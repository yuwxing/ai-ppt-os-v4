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53" y="1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D8E76CC-A640-4411-8213-16AB6CA06C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BE0CDAC-C1EE-4480-B89E-E7E5E19685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A4F982-8CA4-49B6-9438-E84BF8803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5AAD0E3-C949-4CB5-9A3F-2A66B3CEB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F3CCC6-58F0-4534-B5B1-EB9D2923D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72028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DBDE16-9667-455F-B348-DB09C5A576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54D8017-7064-4BFF-9DF7-569B5EC1F4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0CF9DD-53E1-4A8D-B419-685123F8B0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4D0B2C-6452-43F6-AA07-7D4346BBE8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69A90C9-DF66-4EB9-BDA9-4AC93D6336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54182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D18C0A-786E-4E29-9D97-72E14B602D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802CC80-AC92-4CC9-8F70-B508D4004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8C32223-D9DA-4408-938D-45F248A77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5A213-70AC-4596-AB06-DA61B0FD4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F3DFFE-EF1A-4074-9F05-35218BAD85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46576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10F65-BDD1-4140-B4E8-B467AD49A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9B76B4C-0DB1-4816-9DCB-1BBB6548AD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047B8B3-E9F5-4BE2-9C7C-4518BE7A4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917F7B8-61FA-4AD8-AF17-6100BBB39A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D9C512E-99D6-483C-8ADB-95BB01D43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D8FFD6-5BFD-4A60-A29A-0521D4AF1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7070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A1707E-3CAF-4BC8-9B5A-26D08E75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FF6E27D-23C7-4CD6-926A-77E3DC9A8C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20929E7-ED78-4F18-89C1-BBDAA2900C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D9DE61A-1AC8-4190-99F2-64DBCEEDEA0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B590E7CF-F1F2-49DE-B3EA-D3B3201DC3C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98C6C68-A89C-4FA2-AC52-51CA280FB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E09AF85-BBB7-4645-9C73-088266E491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BCCB8B9-1A7D-487A-A4E1-5FEC16DDE8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616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1D7C25-6E96-480C-8953-7B5CCF2AD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84F02CE4-BCBE-4CB6-BCDF-1A43B30C78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1DF14D-E34D-418F-B508-C00B482D6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A0FD5DE-78DA-42E1-A756-E50D3510B9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976082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3764428-0E41-4A2D-B530-9E88BA8509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891AD15-C515-4B19-A7B1-7CD0C9B0F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43807C8-C8E2-4DCB-AE22-71557C4B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4972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CDD0D7-5653-4BFB-9310-715314677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B66E7CC-A2C3-40AD-9558-941AB0612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FB898CC-12FA-458E-8836-96AF4DD5FB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6F4F411-6CB8-4454-8636-19D133342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166D61E-DB69-4184-B5D2-6C2FC6F36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D740B0-662D-4A3E-942C-AECE4DB4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7493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32A1627-60CA-45D7-BEBA-2A91332AD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03945D4A-AB90-47A5-8247-2D00E87E39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EA53DD4-D011-47A8-9FA4-F96D3B80F3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C084498-CFC8-400B-ABAA-BBC1B4F17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1752E6-7068-401C-9C91-154E394FD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7559BCD-B528-47DE-BE3B-F33A51B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9566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4EACE5-242F-4E75-B0B8-12E780312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CC7D474-CD8B-4D75-AA1A-6D70D00F79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79C2F4-F369-4AED-A509-A2033110F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659DB5-C482-4E1D-A9F0-A0A7372B1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A2564AD-6081-4AEF-BD21-7FD0F8092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4311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_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7F1B49-27A5-4E28-92EB-6D9F5697C6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778000"/>
            <a:ext cx="10363200" cy="1193800"/>
          </a:xfrm>
        </p:spPr>
        <p:txBody>
          <a:bodyPr wrap="square">
            <a:normAutofit/>
          </a:bodyPr>
          <a:lstStyle>
            <a:lvl1pPr algn="ctr">
              <a:defRPr sz="54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3B47B1C6-ECA3-42EB-A28E-DF2ECC92C112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60500" y="3124200"/>
            <a:ext cx="9258300" cy="774700"/>
          </a:xfrm>
        </p:spPr>
        <p:txBody>
          <a:bodyPr wrap="square">
            <a:noAutofit/>
          </a:bodyPr>
          <a:lstStyle>
            <a:lvl1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1pPr>
            <a:lvl2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2pPr>
            <a:lvl3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3pPr>
            <a:lvl4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4pPr>
            <a:lvl5pPr algn="ctr">
              <a:defRPr sz="2600" b="0">
                <a:solidFill>
                  <a:srgbClr val="5A6470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98D46F32-AFF1-4978-A7EE-03B06A613EAC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4165600"/>
            <a:ext cx="3657600" cy="19177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3209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itle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A800B6D-D183-41BF-A5C6-B404B21CC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5D24A3B3-2E80-4B15-80F9-81EA496F34B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109093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67059813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itle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11E06D-394E-4136-95A3-A404FBC0FB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DDCDC95C-D4C8-4430-A405-C5BA19B0AFCF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62611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BF5F89C3-22F9-4D18-A36E-1E8E819D982F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7251700" y="1587500"/>
            <a:ext cx="4292600" cy="44831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6763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TwoCo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EA006C-726B-4AD9-908C-971C4525E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F53634E7-419F-4B87-99C8-85D868EB475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52959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953F2B3C-92DB-4383-A05E-B9B46D89FBF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1587500"/>
            <a:ext cx="5295900" cy="4724400"/>
          </a:xfrm>
          <a:prstGeom prst="rect">
            <a:avLst/>
          </a:prstGeom>
        </p:spPr>
        <p:txBody>
          <a:bodyPr wrap="square"/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1198265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Exerci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E08E8C0-B23B-436A-A647-A0D6B06121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27F7EC32-9830-4843-AAA2-5F35D7336AEC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10909300" cy="27940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69D60182-EDE4-4C60-A206-CB189CA12B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4559300"/>
            <a:ext cx="10909300" cy="1752600"/>
          </a:xfrm>
          <a:prstGeom prst="rect">
            <a:avLst/>
          </a:prstGeom>
        </p:spPr>
        <p:txBody>
          <a:bodyPr wrap="square"/>
          <a:lstStyle>
            <a:lvl1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1pPr>
            <a:lvl2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2pPr>
            <a:lvl3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3pPr>
            <a:lvl4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4pPr>
            <a:lvl5pPr algn="l">
              <a:defRPr sz="2600" b="1">
                <a:solidFill>
                  <a:srgbClr val="0F6B34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5248450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VocabCar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0F32B9-4740-4BB5-9390-E3BEE35B2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图片占位符 5">
            <a:extLst>
              <a:ext uri="{FF2B5EF4-FFF2-40B4-BE49-F238E27FC236}">
                <a16:creationId xmlns:a16="http://schemas.microsoft.com/office/drawing/2014/main" id="{6557C8B8-F4E3-47DB-9255-4848FFCADFCA}"/>
              </a:ext>
            </a:extLst>
          </p:cNvPr>
          <p:cNvSpPr>
            <a:spLocks noGrp="1"/>
          </p:cNvSpPr>
          <p:nvPr>
            <p:ph type="pic" idx="10"/>
          </p:nvPr>
        </p:nvSpPr>
        <p:spPr>
          <a:xfrm>
            <a:off x="635000" y="1587500"/>
            <a:ext cx="3644900" cy="148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图片占位符 6">
            <a:extLst>
              <a:ext uri="{FF2B5EF4-FFF2-40B4-BE49-F238E27FC236}">
                <a16:creationId xmlns:a16="http://schemas.microsoft.com/office/drawing/2014/main" id="{3E20F740-1270-40CB-904C-898FA2BA8D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267200" y="15875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8" name="图片占位符 7">
            <a:extLst>
              <a:ext uri="{FF2B5EF4-FFF2-40B4-BE49-F238E27FC236}">
                <a16:creationId xmlns:a16="http://schemas.microsoft.com/office/drawing/2014/main" id="{CAEC8A52-F582-42B5-ABE0-F7E0B75C0D27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899400" y="15875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图片占位符 8">
            <a:extLst>
              <a:ext uri="{FF2B5EF4-FFF2-40B4-BE49-F238E27FC236}">
                <a16:creationId xmlns:a16="http://schemas.microsoft.com/office/drawing/2014/main" id="{BEE0587B-1E13-42BD-8100-75B6F6D0960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50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0" name="图片占位符 9">
            <a:extLst>
              <a:ext uri="{FF2B5EF4-FFF2-40B4-BE49-F238E27FC236}">
                <a16:creationId xmlns:a16="http://schemas.microsoft.com/office/drawing/2014/main" id="{00FA368C-0619-4FDF-A91B-FDB33E01E98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2672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11" name="图片占位符 10">
            <a:extLst>
              <a:ext uri="{FF2B5EF4-FFF2-40B4-BE49-F238E27FC236}">
                <a16:creationId xmlns:a16="http://schemas.microsoft.com/office/drawing/2014/main" id="{4F1A8C19-D90A-4F57-AA3A-A847C3847249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99400" y="3949700"/>
            <a:ext cx="3644900" cy="1485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5550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L_Me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60DA8-3642-4271-A0F1-6549C4C746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304800"/>
            <a:ext cx="10909300" cy="914400"/>
          </a:xfrm>
        </p:spPr>
        <p:txBody>
          <a:bodyPr wrap="square">
            <a:normAutofit/>
          </a:bodyPr>
          <a:lstStyle>
            <a:lvl1pPr algn="l">
              <a:defRPr sz="38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A945AFA1-66C5-43EF-B53D-E6293EC1CF3E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35000" y="1587500"/>
            <a:ext cx="6946900" cy="4724400"/>
          </a:xfrm>
        </p:spPr>
        <p:txBody>
          <a:bodyPr wrap="square">
            <a:normAutofit/>
          </a:bodyPr>
          <a:lstStyle>
            <a:lvl1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1pPr>
            <a:lvl2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2pPr>
            <a:lvl3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3pPr>
            <a:lvl4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4pPr>
            <a:lvl5pPr algn="l">
              <a:defRPr sz="2600" b="0">
                <a:solidFill>
                  <a:srgbClr val="1618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媒体占位符 6">
            <a:extLst>
              <a:ext uri="{FF2B5EF4-FFF2-40B4-BE49-F238E27FC236}">
                <a16:creationId xmlns:a16="http://schemas.microsoft.com/office/drawing/2014/main" id="{44021501-4F36-4C82-8758-0ED6AF6F257A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7924800" y="1587500"/>
            <a:ext cx="3632200" cy="237490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83394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>
  <p:cSld name="L_Title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0A274F0-AB63-44BB-9C76-CE5F557FF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108200"/>
            <a:ext cx="10363200" cy="1282700"/>
          </a:xfrm>
        </p:spPr>
        <p:txBody>
          <a:bodyPr wrap="square">
            <a:normAutofit/>
          </a:bodyPr>
          <a:lstStyle>
            <a:lvl1pPr algn="ctr">
              <a:defRPr sz="4600" b="1">
                <a:solidFill>
                  <a:srgbClr val="12395E"/>
                </a:solidFill>
                <a:latin typeface="Microsoft YaHei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文本占位符 5">
            <a:extLst>
              <a:ext uri="{FF2B5EF4-FFF2-40B4-BE49-F238E27FC236}">
                <a16:creationId xmlns:a16="http://schemas.microsoft.com/office/drawing/2014/main" id="{694BAAEE-68B2-412F-A05D-8C08148B94A4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1460500" y="3568700"/>
            <a:ext cx="9258300" cy="1739900"/>
          </a:xfrm>
        </p:spPr>
        <p:txBody>
          <a:bodyPr wrap="square">
            <a:noAutofit/>
          </a:bodyPr>
          <a:lstStyle>
            <a:lvl1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1pPr>
            <a:lvl2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2pPr>
            <a:lvl3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3pPr>
            <a:lvl4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4pPr>
            <a:lvl5pPr algn="ctr">
              <a:defRPr sz="3000" b="1">
                <a:solidFill>
                  <a:srgbClr val="E2601A"/>
                </a:solidFill>
                <a:latin typeface="Microsoft YaHei" panose="020B0503020204020204" pitchFamily="3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38496917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16519FB-29C3-4538-B1CF-3FE33F74CC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B5F95975-8374-450B-9461-60A40689FE8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5070457-B26B-4E71-89D1-4DEF6CB3B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3AF687B-49CE-46EE-B396-D827808D54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E3B070-8304-4D11-8BE5-C47397A3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7873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D8717DB-0FA9-4583-8F54-EFB2A0647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5BC8290-6040-4482-985D-D296B20B7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D0D984-E274-4BCC-98B4-AD0DE4F605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F13A2B-D413-4FDB-980E-97B24AD95D83}" type="datetimeFigureOut">
              <a:rPr lang="zh-CN" altLang="en-US" smtClean="0"/>
              <a:t>2026/8/9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A1FFE26-3F54-495C-BF3A-CCE447389B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DDB40E-7811-4DA0-A938-E50B763443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520D99-7A31-4398-A7AA-CE10FDE0AF3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5ED8FBC7-F233-4269-BAC5-39F7B39F00A8}"/>
              </a:ext>
            </a:extLst>
          </p:cNvPr>
          <p:cNvSpPr/>
          <p:nvPr userDrawn="1"/>
        </p:nvSpPr>
        <p:spPr>
          <a:xfrm>
            <a:off x="635000" y="1320800"/>
            <a:ext cx="10909300" cy="38100"/>
          </a:xfrm>
          <a:prstGeom prst="rect">
            <a:avLst/>
          </a:prstGeom>
          <a:solidFill>
            <a:srgbClr val="12395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7A8AA5F-EFC9-4BA1-8318-7D77A5A11D49}"/>
              </a:ext>
            </a:extLst>
          </p:cNvPr>
          <p:cNvSpPr/>
          <p:nvPr userDrawn="1"/>
        </p:nvSpPr>
        <p:spPr>
          <a:xfrm>
            <a:off x="635000" y="6451600"/>
            <a:ext cx="508000" cy="63500"/>
          </a:xfrm>
          <a:prstGeom prst="rect">
            <a:avLst/>
          </a:prstGeom>
          <a:solidFill>
            <a:srgbClr val="E2601A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5753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59" r:id="rId1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自定义</PresentationFormat>
  <Paragraphs>0</Paragraphs>
  <Slides>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5" baseType="lpstr">
      <vt:lpstr>等线</vt:lpstr>
      <vt:lpstr>等线 Light</vt:lpstr>
      <vt:lpstr>Microsoft YaHei</vt:lpstr>
      <vt:lpstr>Arial</vt:lpstr>
      <vt:lpstr>Office 主题​​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1</cp:revision>
  <dcterms:created xsi:type="dcterms:W3CDTF">2026-08-09T13:30:02Z</dcterms:created>
  <dcterms:modified xsi:type="dcterms:W3CDTF">2026-08-09T13:30:02Z</dcterms:modified>
</cp:coreProperties>
</file>