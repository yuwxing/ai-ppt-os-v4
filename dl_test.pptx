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53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E76CC-A640-4411-8213-16AB6CA06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E0CDAC-C1EE-4480-B89E-E7E5E1968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4F982-8CA4-49B6-9438-E84BF880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AD0E3-C949-4CB5-9A3F-2A66B3CE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3CCC6-58F0-4534-B5B1-EB9D2923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20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BDE16-9667-455F-B348-DB09C5A5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D8017-7064-4BFF-9DF7-569B5EC1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0CF9DD-53E1-4A8D-B419-685123F8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D0B2C-6452-43F6-AA07-7D4346BB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A90C9-DF66-4EB9-BDA9-4AC93D63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1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18C0A-786E-4E29-9D97-72E14B60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2CC80-AC92-4CC9-8F70-B508D4004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32223-D9DA-4408-938D-45F248A7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5A213-70AC-4596-AB06-DA61B0FD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F3DFFE-EF1A-4074-9F05-35218BAD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65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10F65-BDD1-4140-B4E8-B467AD49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B76B4C-0DB1-4816-9DCB-1BBB6548A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7B8B3-E9F5-4BE2-9C7C-4518BE7A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7F7B8-61FA-4AD8-AF17-6100BBB3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9C512E-99D6-483C-8ADB-95BB01D4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8FFD6-5BFD-4A60-A29A-0521D4AF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0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1707E-3CAF-4BC8-9B5A-26D08E75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6E27D-23C7-4CD6-926A-77E3DC9A8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0929E7-ED78-4F18-89C1-BBDAA290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9DE61A-1AC8-4190-99F2-64DBCEE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0E7CF-F1F2-49DE-B3EA-D3B3201DC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8C6C68-A89C-4FA2-AC52-51CA280F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9AF85-BBB7-4645-9C73-088266E4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CCB8B9-1A7D-487A-A4E1-5FEC16DD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16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D7C25-6E96-480C-8953-7B5CCF2A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F02CE4-BCBE-4CB6-BCDF-1A43B30C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1DF14D-E34D-418F-B508-C00B482D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0FD5DE-78DA-42E1-A756-E50D3510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0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764428-0E41-4A2D-B530-9E88BA85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91AD15-C515-4B19-A7B1-7CD0C9B0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807C8-C8E2-4DCB-AE22-71557C4B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7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DD0D7-5653-4BFB-9310-7153146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66E7CC-A2C3-40AD-9558-941AB061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898CC-12FA-458E-8836-96AF4DD5F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F4F411-6CB8-4454-8636-19D13334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66D61E-DB69-4184-B5D2-6C2FC6F3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D740B0-662D-4A3E-942C-AECE4DB4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49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A1627-60CA-45D7-BEBA-2A91332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945D4A-AB90-47A5-8247-2D00E87E3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A53DD4-D011-47A8-9FA4-F96D3B80F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084498-CFC8-400B-ABAA-BBC1B4F1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1752E6-7068-401C-9C91-154E394F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559BCD-B528-47DE-BE3B-F33A51B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6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EACE5-242F-4E75-B0B8-12E78031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C7D474-CD8B-4D75-AA1A-6D70D00F7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9C2F4-F369-4AED-A509-A2033110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659DB5-C482-4E1D-A9F0-A0A7372B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2564AD-6081-4AEF-BD21-7FD0F809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1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F1B49-27A5-4E28-92EB-6D9F5697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78000"/>
            <a:ext cx="10363200" cy="1193800"/>
          </a:xfrm>
        </p:spPr>
        <p:txBody>
          <a:bodyPr wrap="square">
            <a:normAutofit/>
          </a:bodyPr>
          <a:lstStyle>
            <a:lvl1pPr algn="ctr">
              <a:defRPr sz="54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B47B1C6-ECA3-42EB-A28E-DF2ECC92C1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60500" y="3124200"/>
            <a:ext cx="9258300" cy="774700"/>
          </a:xfrm>
        </p:spPr>
        <p:txBody>
          <a:bodyPr wrap="square">
            <a:noAutofit/>
          </a:bodyPr>
          <a:lstStyle>
            <a:lvl1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1pPr>
            <a:lvl2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2pPr>
            <a:lvl3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3pPr>
            <a:lvl4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4pPr>
            <a:lvl5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98D46F32-AFF1-4978-A7EE-03B06A613E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4165600"/>
            <a:ext cx="3657600" cy="19177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itle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00B6D-D183-41BF-A5C6-B404B21C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D24A3B3-2E80-4B15-80F9-81EA496F34B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109093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70598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itl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1E06D-394E-4136-95A3-A404FBC0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DCDC95C-D4C8-4430-A405-C5BA19B0AFC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62611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F5F89C3-22F9-4D18-A36E-1E8E819D98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1700" y="1587500"/>
            <a:ext cx="4292600" cy="44831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76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A006C-726B-4AD9-908C-971C4525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53634E7-419F-4B87-99C8-85D868EB475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52959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53F2B3C-92DB-4383-A05E-B9B46D89FB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1587500"/>
            <a:ext cx="5295900" cy="4724400"/>
          </a:xfrm>
          <a:prstGeom prst="rect">
            <a:avLst/>
          </a:prstGeom>
        </p:spPr>
        <p:txBody>
          <a:bodyPr wrap="square"/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98265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Exerc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8E8C0-B23B-436A-A647-A0D6B061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7F7EC32-9830-4843-AAA2-5F35D7336AE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10909300" cy="27940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9D60182-EDE4-4C60-A206-CB189CA12B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4559300"/>
            <a:ext cx="10909300" cy="1752600"/>
          </a:xfrm>
          <a:prstGeom prst="rect">
            <a:avLst/>
          </a:prstGeom>
        </p:spPr>
        <p:txBody>
          <a:bodyPr wrap="square"/>
          <a:lstStyle>
            <a:lvl1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1pPr>
            <a:lvl2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2pPr>
            <a:lvl3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3pPr>
            <a:lvl4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4pPr>
            <a:lvl5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24845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Vocab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32B9-4740-4BB5-9390-E3BEE35B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6557C8B8-F4E3-47DB-9255-4848FFCADFCA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35000" y="1587500"/>
            <a:ext cx="3644900" cy="148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3E20F740-1270-40CB-904C-898FA2BA8D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875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CAEC8A52-F582-42B5-ABE0-F7E0B75C0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9400" y="15875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BEE0587B-1E13-42BD-8100-75B6F6D096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00FA368C-0619-4FDF-A91B-FDB33E01E9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4F1A8C19-D90A-4F57-AA3A-A847C384724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994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55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60DA8-3642-4271-A0F1-6549C4C7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945AFA1-66C5-43EF-B53D-E6293EC1CF3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69469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媒体占位符 6">
            <a:extLst>
              <a:ext uri="{FF2B5EF4-FFF2-40B4-BE49-F238E27FC236}">
                <a16:creationId xmlns:a16="http://schemas.microsoft.com/office/drawing/2014/main" id="{44021501-4F36-4C82-8758-0ED6AF6F257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7924800" y="1587500"/>
            <a:ext cx="3632200" cy="2374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339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_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274F0-AB63-44BB-9C76-CE5F557F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08200"/>
            <a:ext cx="10363200" cy="1282700"/>
          </a:xfrm>
        </p:spPr>
        <p:txBody>
          <a:bodyPr wrap="square">
            <a:normAutofit/>
          </a:bodyPr>
          <a:lstStyle>
            <a:lvl1pPr algn="ctr">
              <a:defRPr sz="46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94BAAEE-68B2-412F-A05D-8C08148B94A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60500" y="3568700"/>
            <a:ext cx="9258300" cy="1739900"/>
          </a:xfrm>
        </p:spPr>
        <p:txBody>
          <a:bodyPr wrap="square">
            <a:noAutofit/>
          </a:bodyPr>
          <a:lstStyle>
            <a:lvl1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1pPr>
            <a:lvl2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2pPr>
            <a:lvl3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3pPr>
            <a:lvl4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4pPr>
            <a:lvl5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49691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6519FB-29C3-4538-B1CF-3FE33F74C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F95975-8374-450B-9461-60A40689F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70457-B26B-4E71-89D1-4DEF6CB3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F687B-49CE-46EE-B396-D827808D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E3B070-8304-4D11-8BE5-C47397A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87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8717DB-0FA9-4583-8F54-EFB2A064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C8290-6040-4482-985D-D296B20B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0D984-E274-4BCC-98B4-AD0DE4F60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13A2B-D413-4FDB-980E-97B24AD95D83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FFE26-3F54-495C-BF3A-CCE447389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DB40E-7811-4DA0-A938-E50B76344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D8FBC7-F233-4269-BAC5-39F7B39F00A8}"/>
              </a:ext>
            </a:extLst>
          </p:cNvPr>
          <p:cNvSpPr/>
          <p:nvPr userDrawn="1"/>
        </p:nvSpPr>
        <p:spPr>
          <a:xfrm>
            <a:off x="635000" y="1320800"/>
            <a:ext cx="10909300" cy="38100"/>
          </a:xfrm>
          <a:prstGeom prst="rect">
            <a:avLst/>
          </a:prstGeom>
          <a:solidFill>
            <a:srgbClr val="1239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A8AA5F-EFC9-4BA1-8318-7D77A5A11D49}"/>
              </a:ext>
            </a:extLst>
          </p:cNvPr>
          <p:cNvSpPr/>
          <p:nvPr userDrawn="1"/>
        </p:nvSpPr>
        <p:spPr>
          <a:xfrm>
            <a:off x="635000" y="6451600"/>
            <a:ext cx="508000" cy="63500"/>
          </a:xfrm>
          <a:prstGeom prst="rect">
            <a:avLst/>
          </a:prstGeom>
          <a:solidFill>
            <a:srgbClr val="E260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75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54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My Favourite Season: Feel the Beauty of Four Seasons!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ctr">
              <a:lnSpc>
                <a:spcPct val="132000"/>
              </a:lnSpc>
              <a:spcAft>
                <a:spcPts val="800"/>
              </a:spcAft>
              <a:buNone/>
            </a:pPr>
            <a:r>
              <a:rPr sz="26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四季与天气 · 七年级英语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Learning Objectives 学习目标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1.  掌握四季和天气相关的核心词汇和表达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2.  能够用英语描述自己喜欢的季节及原因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3.  能够运用句型询问和回答关于天气的问题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4.  了解不同季节的文化活动，增强跨文化意识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Lead-in 话题导入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?  What's your favourite season?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?  What's the weather like in your favourite season?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?  What can you do in that season?</a:t>
            </a:r>
          </a:p>
          <a:p>
            <a:pPr algn="l">
              <a:lnSpc>
                <a:spcPct val="132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sz="21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Let's explore the four seasons and talk about the weather! 让我们一起来探索四季，聊聊天气吧！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Task 1  ·  Learn these key words about seasons and weather. 学习关于季节和天气的核心词汇。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0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9" name="TextBox 8"/>
          <p:cNvSpPr txBox="1"/>
          <p:nvPr/>
        </p:nvSpPr>
        <p:spPr>
          <a:xfrm>
            <a:off x="640080" y="3127248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spring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春天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3127248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summer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夏天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0416" y="3127248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autumn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秋天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winter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冬天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5486400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weather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天气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0416" y="5486400"/>
            <a:ext cx="3648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  <a:spcAft>
                <a:spcPts val="200"/>
              </a:spcAft>
              <a:buNone/>
            </a:pPr>
            <a:r>
              <a:rPr sz="23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season</a:t>
            </a:r>
          </a:p>
          <a:p>
            <a:pPr algn="ctr">
              <a:lnSpc>
                <a:spcPct val="132000"/>
              </a:lnSpc>
              <a:spcAft>
                <a:spcPts val="0"/>
              </a:spcAft>
              <a:buNone/>
            </a:pPr>
            <a:r>
              <a:rPr sz="18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季节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Brain storm 拓展词汇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warm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温暖的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hot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炎热的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cool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凉爽的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cold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寒冷的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sunny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晴朗的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rainy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多雨的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snowy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下雪的</a:t>
            </a:r>
          </a:p>
          <a:p>
            <a:pPr algn="l">
              <a:lnSpc>
                <a:spcPct val="132000"/>
              </a:lnSpc>
              <a:spcAft>
                <a:spcPts val="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windy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19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有风的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Let's Read 阅读理解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1.  What is the weather like in spring?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2.  Why does the writer like summer?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3.  What can people do in autumn?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4.  Which season is the coldest?</a:t>
            </a:r>
          </a:p>
        </p:txBody>
      </p:sp>
      <p:sp>
        <p:nvSpPr>
          <p:cNvPr id="4" name="REVEAL_ANSWER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答案 / 解析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1. 春天的天气怎么样？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2. 为什么作者喜欢夏天？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3. 秋天人们可以做什么？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4. 哪个季节最冷？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Culture Link 文化链接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Why do Western people celebrate 'Thanksgiving' in autumn?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3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In Western countries, autumn is the harvest season. Thanksgiving is a time to thank nature for the good harvest, and people often have turkey and pumpkin pie. 在西方，秋天是丰收的季节，感恩节是感谢大自然丰收的时刻，人们常吃火鸡和南瓜派。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Task 2  ·  Read and Answer 详读对话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Q1:  What is the weather like in spring?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Q2:  Why does the writer like summer?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Q3:  What can people do in autumn?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Q4:  Which season is the coldest?</a:t>
            </a:r>
          </a:p>
        </p:txBody>
      </p:sp>
      <p:sp>
        <p:nvSpPr>
          <p:cNvPr id="4" name="REVEAL_ANSWER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答案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1. It is warm and windy.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2. Because he can go swimming and eat ice cream.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3. They can pick apples and enjoy the cool weather.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4. Winter is the coldest season.</a:t>
            </a:r>
          </a:p>
          <a:p>
            <a:pPr algn="l">
              <a:lnSpc>
                <a:spcPct val="13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Tips：Remember to use 'because' to give reasons when you talk about your favourite season. 记得用 because 来给出理由。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Useful Expressions 功能表达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问  Asking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What's your favourite season?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What's the weather like in spring?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答  Answering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My favourite season is summer.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·  It's warm and windy.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6B3FA0"/>
                </a:solidFill>
                <a:latin typeface="Microsoft YaHei"/>
                <a:ea typeface="Microsoft YaHei"/>
                <a:cs typeface="Microsoft YaHei"/>
              </a:rPr>
              <a:t>Task 3  ·  Task 3 小组任务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600"/>
              </a:spcAft>
              <a:buNone/>
            </a:pPr>
            <a:r>
              <a:rPr sz="20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限时 5 mins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情景一：向新同学介绍你最喜欢的季节，并说明理由。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情景二：小组讨论，制定一份四季活动计划表。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情景三：模拟天气预报员，播报一周的天气情况。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Media 媒体资源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1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The Four Seasons</a:t>
            </a:r>
          </a:p>
          <a:p>
            <a:pPr algn="l">
              <a:lnSpc>
                <a:spcPct val="132000"/>
              </a:lnSpc>
              <a:spcAft>
                <a:spcPts val="14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Listen and choose the best answer.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  <a:buNone/>
            </a:pPr>
            <a:r>
              <a:rPr sz="2600" b="1" i="0">
                <a:solidFill>
                  <a:srgbClr val="12395E"/>
                </a:solidFill>
                <a:latin typeface="Segoe UI"/>
                <a:ea typeface="Microsoft YaHei"/>
                <a:cs typeface="Microsoft YaHei"/>
              </a:rPr>
              <a:t>What does the speaker like best?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Spring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Summer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Autumn</a:t>
            </a:r>
          </a:p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    Winter</a:t>
            </a:r>
          </a:p>
          <a:p>
            <a:pPr algn="l">
              <a:lnSpc>
                <a:spcPct val="13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Teacher's audio resource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1"/>
          </p:nvPr>
        </p:nvSpPr>
        <p:spPr/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Mind Map 思维导图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000"/>
              </a:spcAft>
              <a:buNone/>
            </a:pPr>
            <a:r>
              <a:rPr sz="20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听力原文 Script</a:t>
            </a:r>
          </a:p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Segoe UI"/>
                <a:ea typeface="Microsoft YaHei"/>
                <a:cs typeface="Microsoft YaHei"/>
              </a:rPr>
              <a:t>There are four seasons in a year. I like spring best because the weather is warm and the flowers are beautiful. I can fly kites with my friends.</a:t>
            </a:r>
          </a:p>
        </p:txBody>
      </p:sp>
      <p:sp>
        <p:nvSpPr>
          <p:cNvPr id="4" name="REVEAL_ANSWER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800"/>
              </a:spcAft>
              <a:buNone/>
            </a:pPr>
            <a:r>
              <a:rPr sz="2000" b="1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答题技巧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0F6B34"/>
                </a:solidFill>
                <a:latin typeface="Microsoft YaHei"/>
                <a:ea typeface="Microsoft YaHei"/>
                <a:cs typeface="Microsoft YaHei"/>
              </a:rPr>
              <a:t>注意听关键词：like...best, because, warm, flowers, fly kites。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Reading Tips 阅读策略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先读问题，再在文中定位关键词。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注意天气和活动的相关词汇。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结合上下文猜测生词意思。</a:t>
            </a:r>
          </a:p>
          <a:p>
            <a:pPr algn="l">
              <a:lnSpc>
                <a:spcPct val="132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·  用 because 连接原因，使表达更完整。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38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Homework 课后作业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l">
              <a:lnSpc>
                <a:spcPct val="132000"/>
              </a:lnSpc>
              <a:spcAft>
                <a:spcPts val="20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1.  基础作业：抄写并默写本课核心词汇和句型。</a:t>
            </a:r>
          </a:p>
          <a:p>
            <a:pPr algn="l">
              <a:lnSpc>
                <a:spcPct val="132000"/>
              </a:lnSpc>
              <a:spcAft>
                <a:spcPts val="20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2.  提高作业：用英语写一段短文，介绍你最喜欢的季节。</a:t>
            </a:r>
          </a:p>
          <a:p>
            <a:pPr algn="l">
              <a:lnSpc>
                <a:spcPct val="132000"/>
              </a:lnSpc>
              <a:spcAft>
                <a:spcPts val="2000"/>
              </a:spcAft>
              <a:buNone/>
            </a:pPr>
            <a:r>
              <a:rPr sz="2500" b="0" i="0">
                <a:solidFill>
                  <a:srgbClr val="16181A"/>
                </a:solidFill>
                <a:latin typeface="Microsoft YaHei"/>
                <a:ea typeface="Microsoft YaHei"/>
                <a:cs typeface="Microsoft YaHei"/>
              </a:rPr>
              <a:t>3.  拓展作业：制作一张四季海报，并用英语标注每个季节的特点。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4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Every season has its own beauty. 每个季节都有它独特的美。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ctr">
              <a:lnSpc>
                <a:spcPct val="132000"/>
              </a:lnSpc>
              <a:spcAft>
                <a:spcPts val="800"/>
              </a:spcAft>
              <a:buNone/>
            </a:pPr>
            <a:r>
              <a:rPr sz="3000" b="1" i="0">
                <a:solidFill>
                  <a:srgbClr val="E2601A"/>
                </a:solidFill>
                <a:latin typeface="Microsoft YaHei"/>
                <a:ea typeface="Microsoft YaHei"/>
                <a:cs typeface="Microsoft YaHei"/>
              </a:rPr>
              <a:t>Let's explore the seasons and enjoy nature! 让我们一起探索四季，享受大自然吧！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buNone/>
            </a:pPr>
            <a:r>
              <a:rPr sz="4600" b="1" i="0">
                <a:solidFill>
                  <a:srgbClr val="12395E"/>
                </a:solidFill>
                <a:latin typeface="Microsoft YaHei"/>
                <a:ea typeface="Microsoft YaHei"/>
                <a:cs typeface="Microsoft YaHei"/>
              </a:rPr>
              <a:t>Thanks for listening!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wrap="square"/>
          <a:lstStyle/>
          <a:p>
            <a:pPr algn="ctr">
              <a:lnSpc>
                <a:spcPct val="132000"/>
              </a:lnSpc>
              <a:spcAft>
                <a:spcPts val="800"/>
              </a:spcAft>
              <a:buNone/>
            </a:pPr>
            <a:r>
              <a:rPr sz="2200" b="0" i="0">
                <a:solidFill>
                  <a:srgbClr val="5A6470"/>
                </a:solidFill>
                <a:latin typeface="Microsoft YaHei"/>
                <a:ea typeface="Microsoft YaHei"/>
                <a:cs typeface="Microsoft YaHei"/>
              </a:rPr>
              <a:t>My Favourite Season  ·  四季与天气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Microsoft Office PowerPoint</Application>
  <PresentationFormat>宽屏</PresentationFormat>
  <Paragraphs>105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Microsoft YaHei</vt:lpstr>
      <vt:lpstr>Arial</vt:lpstr>
      <vt:lpstr>Segoe UI</vt:lpstr>
      <vt:lpstr>Office 主题​​</vt:lpstr>
      <vt:lpstr>My Favourite Season: Feel the Beauty of Four Seasons!</vt:lpstr>
      <vt:lpstr>Learning Objectives 学习目标</vt:lpstr>
      <vt:lpstr>Lead-in 话题导入</vt:lpstr>
      <vt:lpstr>Task 1  ·  Learn these key words about seasons and weather. 学习关于季节和天气的核心词汇。</vt:lpstr>
      <vt:lpstr>Brain storm 拓展词汇</vt:lpstr>
      <vt:lpstr>Let's Read 阅读理解</vt:lpstr>
      <vt:lpstr>Culture Link 文化链接</vt:lpstr>
      <vt:lpstr>Task 2  ·  Read and Answer 详读对话</vt:lpstr>
      <vt:lpstr>Useful Expressions 功能表达</vt:lpstr>
      <vt:lpstr>Task 3  ·  Task 3 小组任务</vt:lpstr>
      <vt:lpstr>Media 媒体资源</vt:lpstr>
      <vt:lpstr>Mind Map 思维导图</vt:lpstr>
      <vt:lpstr>Reading Tips 阅读策略</vt:lpstr>
      <vt:lpstr>Homework 课后作业</vt:lpstr>
      <vt:lpstr>Every season has its own beauty. 每个季节都有它独特的美。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Favourite Season: Feel the Beauty of Four Seasons!</dc:title>
  <dc:creator>user</dc:creator>
  <cp:lastModifiedBy>user</cp:lastModifiedBy>
  <cp:revision>2</cp:revision>
  <dcterms:created xsi:type="dcterms:W3CDTF">2026-08-09T13:30:02Z</dcterms:created>
  <dcterms:modified xsi:type="dcterms:W3CDTF">2026-08-10T02:20:25Z</dcterms:modified>
</cp:coreProperties>
</file>