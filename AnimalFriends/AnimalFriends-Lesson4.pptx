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53" y="19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E76CC-A640-4411-8213-16AB6CA06C44}"/>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BE0CDAC-C1EE-4480-B89E-E7E5E196855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51A4F982-8CA4-49B6-9438-E84BF8803E9E}"/>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5" name="页脚占位符 4">
            <a:extLst>
              <a:ext uri="{FF2B5EF4-FFF2-40B4-BE49-F238E27FC236}">
                <a16:creationId xmlns:a16="http://schemas.microsoft.com/office/drawing/2014/main" id="{15AAD0E3-C949-4CB5-9A3F-2A66B3CEBCD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DF3CCC6-58F0-4534-B5B1-EB9D2923D822}"/>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517202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DBDE16-9667-455F-B348-DB09C5A5768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54D8017-7064-4BFF-9DF7-569B5EC1F4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50CF9DD-53E1-4A8D-B419-685123F8B0A8}"/>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5" name="页脚占位符 4">
            <a:extLst>
              <a:ext uri="{FF2B5EF4-FFF2-40B4-BE49-F238E27FC236}">
                <a16:creationId xmlns:a16="http://schemas.microsoft.com/office/drawing/2014/main" id="{144D0B2C-6452-43F6-AA07-7D4346BBE83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69A90C9-DF66-4EB9-BDA9-4AC93D633625}"/>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18254182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FD18C0A-786E-4E29-9D97-72E14B602D90}"/>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0802CC80-AC92-4CC9-8F70-B508D40042F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E8C32223-D9DA-4408-938D-45F248A77154}"/>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5" name="页脚占位符 4">
            <a:extLst>
              <a:ext uri="{FF2B5EF4-FFF2-40B4-BE49-F238E27FC236}">
                <a16:creationId xmlns:a16="http://schemas.microsoft.com/office/drawing/2014/main" id="{F295A213-70AC-4596-AB06-DA61B0FD451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EF3DFFE-EF1A-4074-9F05-35218BAD8522}"/>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16546576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B10F65-BDD1-4140-B4E8-B467AD49AF8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9B76B4C-0DB1-4816-9DCB-1BBB6548AD1A}"/>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2047B8B3-E9F5-4BE2-9C7C-4518BE7A49D3}"/>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917F7B8-61FA-4AD8-AF17-6100BBB39A80}"/>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6" name="页脚占位符 5">
            <a:extLst>
              <a:ext uri="{FF2B5EF4-FFF2-40B4-BE49-F238E27FC236}">
                <a16:creationId xmlns:a16="http://schemas.microsoft.com/office/drawing/2014/main" id="{6D9C512E-99D6-483C-8ADB-95BB01D43D4D}"/>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4D8FFD6-5BFD-4A60-A29A-0521D4AF1D93}"/>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1322707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CA1707E-3CAF-4BC8-9B5A-26D08E7554E6}"/>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7FF6E27D-23C7-4CD6-926A-77E3DC9A8C7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20929E7-ED78-4F18-89C1-BBDAA2900CE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D9DE61A-1AC8-4190-99F2-64DBCEEDEA0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B590E7CF-F1F2-49DE-B3EA-D3B3201DC3C1}"/>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698C6C68-A89C-4FA2-AC52-51CA280FB670}"/>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8" name="页脚占位符 7">
            <a:extLst>
              <a:ext uri="{FF2B5EF4-FFF2-40B4-BE49-F238E27FC236}">
                <a16:creationId xmlns:a16="http://schemas.microsoft.com/office/drawing/2014/main" id="{AE09AF85-BBB7-4645-9C73-088266E4913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BCCB8B9-1A7D-487A-A4E1-5FEC16DDE8E5}"/>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556165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D7C25-6E96-480C-8953-7B5CCF2ADF5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4F02CE4-BCBE-4CB6-BCDF-1A43B30C7836}"/>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4" name="页脚占位符 3">
            <a:extLst>
              <a:ext uri="{FF2B5EF4-FFF2-40B4-BE49-F238E27FC236}">
                <a16:creationId xmlns:a16="http://schemas.microsoft.com/office/drawing/2014/main" id="{161DF14D-E34D-418F-B508-C00B482D6293}"/>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A0FD5DE-78DA-42E1-A756-E50D3510B9E8}"/>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23976082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3764428-0E41-4A2D-B530-9E88BA8509B1}"/>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3" name="页脚占位符 2">
            <a:extLst>
              <a:ext uri="{FF2B5EF4-FFF2-40B4-BE49-F238E27FC236}">
                <a16:creationId xmlns:a16="http://schemas.microsoft.com/office/drawing/2014/main" id="{1891AD15-C515-4B19-A7B1-7CD0C9B0F4A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43807C8-C8E2-4DCB-AE22-71557C4BE596}"/>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11549726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CDD0D7-5653-4BFB-9310-715314677955}"/>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B66E7CC-A2C3-40AD-9558-941AB06126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FB898CC-12FA-458E-8836-96AF4DD5FB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6F4F411-6CB8-4454-8636-19D133342BAD}"/>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6" name="页脚占位符 5">
            <a:extLst>
              <a:ext uri="{FF2B5EF4-FFF2-40B4-BE49-F238E27FC236}">
                <a16:creationId xmlns:a16="http://schemas.microsoft.com/office/drawing/2014/main" id="{2166D61E-DB69-4184-B5D2-6C2FC6F3691B}"/>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FD740B0-662D-4A3E-942C-AECE4DB4821E}"/>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2417493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32A1627-60CA-45D7-BEBA-2A91332AD0DE}"/>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03945D4A-AB90-47A5-8247-2D00E87E396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BEA53DD4-D011-47A8-9FA4-F96D3B80F3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C084498-CFC8-400B-ABAA-BBC1B4F17F6B}"/>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6" name="页脚占位符 5">
            <a:extLst>
              <a:ext uri="{FF2B5EF4-FFF2-40B4-BE49-F238E27FC236}">
                <a16:creationId xmlns:a16="http://schemas.microsoft.com/office/drawing/2014/main" id="{F31752E6-7068-401C-9C91-154E394FD68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C7559BCD-B528-47DE-BE3B-F33A51B988DC}"/>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6795662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4EACE5-242F-4E75-B0B8-12E780312BF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CC7D474-CD8B-4D75-AA1A-6D70D00F792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779C2F4-F369-4AED-A509-A2033110F6E0}"/>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5" name="页脚占位符 4">
            <a:extLst>
              <a:ext uri="{FF2B5EF4-FFF2-40B4-BE49-F238E27FC236}">
                <a16:creationId xmlns:a16="http://schemas.microsoft.com/office/drawing/2014/main" id="{83659DB5-C482-4E1D-A9F0-A0A7372B194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2564AD-6081-4AEF-BD21-7FD0F809284A}"/>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3344311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cSld name="L_Cover">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7F1B49-27A5-4E28-92EB-6D9F5697C68A}"/>
              </a:ext>
            </a:extLst>
          </p:cNvPr>
          <p:cNvSpPr>
            <a:spLocks noGrp="1"/>
          </p:cNvSpPr>
          <p:nvPr>
            <p:ph type="title"/>
          </p:nvPr>
        </p:nvSpPr>
        <p:spPr>
          <a:xfrm>
            <a:off x="914400" y="1778000"/>
            <a:ext cx="10363200" cy="1193800"/>
          </a:xfrm>
        </p:spPr>
        <p:txBody>
          <a:bodyPr wrap="square">
            <a:normAutofit/>
          </a:bodyPr>
          <a:lstStyle>
            <a:lvl1pPr algn="ctr">
              <a:defRPr sz="54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3B47B1C6-ECA3-42EB-A28E-DF2ECC92C112}"/>
              </a:ext>
            </a:extLst>
          </p:cNvPr>
          <p:cNvSpPr>
            <a:spLocks noGrp="1"/>
          </p:cNvSpPr>
          <p:nvPr>
            <p:ph type="body" idx="10"/>
          </p:nvPr>
        </p:nvSpPr>
        <p:spPr>
          <a:xfrm>
            <a:off x="1460500" y="3124200"/>
            <a:ext cx="9258300" cy="774700"/>
          </a:xfrm>
        </p:spPr>
        <p:txBody>
          <a:bodyPr wrap="square">
            <a:noAutofit/>
          </a:bodyPr>
          <a:lstStyle>
            <a:lvl1pPr algn="ctr">
              <a:defRPr sz="2600" b="0">
                <a:solidFill>
                  <a:srgbClr val="5A6470"/>
                </a:solidFill>
                <a:latin typeface="Microsoft YaHei" panose="020B0503020204020204" pitchFamily="34" charset="-122"/>
              </a:defRPr>
            </a:lvl1pPr>
            <a:lvl2pPr algn="ctr">
              <a:defRPr sz="2600" b="0">
                <a:solidFill>
                  <a:srgbClr val="5A6470"/>
                </a:solidFill>
                <a:latin typeface="Microsoft YaHei" panose="020B0503020204020204" pitchFamily="34" charset="-122"/>
              </a:defRPr>
            </a:lvl2pPr>
            <a:lvl3pPr algn="ctr">
              <a:defRPr sz="2600" b="0">
                <a:solidFill>
                  <a:srgbClr val="5A6470"/>
                </a:solidFill>
                <a:latin typeface="Microsoft YaHei" panose="020B0503020204020204" pitchFamily="34" charset="-122"/>
              </a:defRPr>
            </a:lvl3pPr>
            <a:lvl4pPr algn="ctr">
              <a:defRPr sz="2600" b="0">
                <a:solidFill>
                  <a:srgbClr val="5A6470"/>
                </a:solidFill>
                <a:latin typeface="Microsoft YaHei" panose="020B0503020204020204" pitchFamily="34" charset="-122"/>
              </a:defRPr>
            </a:lvl4pPr>
            <a:lvl5pPr algn="ctr">
              <a:defRPr sz="2600" b="0">
                <a:solidFill>
                  <a:srgbClr val="5A6470"/>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图片占位符 6">
            <a:extLst>
              <a:ext uri="{FF2B5EF4-FFF2-40B4-BE49-F238E27FC236}">
                <a16:creationId xmlns:a16="http://schemas.microsoft.com/office/drawing/2014/main" id="{98D46F32-AFF1-4978-A7EE-03B06A613EAC}"/>
              </a:ext>
            </a:extLst>
          </p:cNvPr>
          <p:cNvSpPr>
            <a:spLocks noGrp="1"/>
          </p:cNvSpPr>
          <p:nvPr>
            <p:ph type="pic" sz="quarter" idx="11"/>
          </p:nvPr>
        </p:nvSpPr>
        <p:spPr>
          <a:xfrm>
            <a:off x="4267200" y="4165600"/>
            <a:ext cx="3657600" cy="1917700"/>
          </a:xfrm>
          <a:prstGeom prst="rect">
            <a:avLst/>
          </a:prstGeom>
        </p:spPr>
        <p:txBody>
          <a:bodyPr/>
          <a:lstStyle/>
          <a:p>
            <a:endParaRPr lang="zh-CN" altLang="en-US"/>
          </a:p>
        </p:txBody>
      </p:sp>
    </p:spTree>
    <p:extLst>
      <p:ext uri="{BB962C8B-B14F-4D97-AF65-F5344CB8AC3E}">
        <p14:creationId xmlns:p14="http://schemas.microsoft.com/office/powerpoint/2010/main" val="72320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L_TitleBod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800B6D-D183-41BF-A5C6-B404B21CC62F}"/>
              </a:ext>
            </a:extLst>
          </p:cNvPr>
          <p:cNvSpPr>
            <a:spLocks noGrp="1"/>
          </p:cNvSpPr>
          <p:nvPr>
            <p:ph type="title"/>
          </p:nvPr>
        </p:nvSpPr>
        <p:spPr>
          <a:xfrm>
            <a:off x="635000" y="304800"/>
            <a:ext cx="10909300" cy="914400"/>
          </a:xfrm>
        </p:spPr>
        <p:txBody>
          <a:bodyPr wrap="square">
            <a:normAutofit/>
          </a:bodyPr>
          <a:lstStyle>
            <a:lvl1pPr algn="l">
              <a:defRPr sz="38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5D24A3B3-2E80-4B15-80F9-81EA496F34B4}"/>
              </a:ext>
            </a:extLst>
          </p:cNvPr>
          <p:cNvSpPr>
            <a:spLocks noGrp="1"/>
          </p:cNvSpPr>
          <p:nvPr>
            <p:ph type="body" idx="10"/>
          </p:nvPr>
        </p:nvSpPr>
        <p:spPr>
          <a:xfrm>
            <a:off x="635000" y="1587500"/>
            <a:ext cx="10909300" cy="4724400"/>
          </a:xfrm>
        </p:spPr>
        <p:txBody>
          <a:bodyPr wrap="square">
            <a:normAutofit/>
          </a:bodyPr>
          <a:lstStyle>
            <a:lvl1pPr algn="l">
              <a:defRPr sz="2600" b="0">
                <a:solidFill>
                  <a:srgbClr val="16181A"/>
                </a:solidFill>
                <a:latin typeface="Microsoft YaHei" panose="020B0503020204020204" pitchFamily="34" charset="-122"/>
              </a:defRPr>
            </a:lvl1pPr>
            <a:lvl2pPr algn="l">
              <a:defRPr sz="2600" b="0">
                <a:solidFill>
                  <a:srgbClr val="16181A"/>
                </a:solidFill>
                <a:latin typeface="Microsoft YaHei" panose="020B0503020204020204" pitchFamily="34" charset="-122"/>
              </a:defRPr>
            </a:lvl2pPr>
            <a:lvl3pPr algn="l">
              <a:defRPr sz="2600" b="0">
                <a:solidFill>
                  <a:srgbClr val="16181A"/>
                </a:solidFill>
                <a:latin typeface="Microsoft YaHei" panose="020B0503020204020204" pitchFamily="34" charset="-122"/>
              </a:defRPr>
            </a:lvl3pPr>
            <a:lvl4pPr algn="l">
              <a:defRPr sz="2600" b="0">
                <a:solidFill>
                  <a:srgbClr val="16181A"/>
                </a:solidFill>
                <a:latin typeface="Microsoft YaHei" panose="020B0503020204020204" pitchFamily="34" charset="-122"/>
              </a:defRPr>
            </a:lvl4pPr>
            <a:lvl5pPr algn="l">
              <a:defRPr sz="2600" b="0">
                <a:solidFill>
                  <a:srgbClr val="1618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705981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L_TitleImag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11E06D-394E-4136-95A3-A404FBC0FB7D}"/>
              </a:ext>
            </a:extLst>
          </p:cNvPr>
          <p:cNvSpPr>
            <a:spLocks noGrp="1"/>
          </p:cNvSpPr>
          <p:nvPr>
            <p:ph type="title"/>
          </p:nvPr>
        </p:nvSpPr>
        <p:spPr>
          <a:xfrm>
            <a:off x="635000" y="304800"/>
            <a:ext cx="10909300" cy="914400"/>
          </a:xfrm>
        </p:spPr>
        <p:txBody>
          <a:bodyPr wrap="square">
            <a:normAutofit/>
          </a:bodyPr>
          <a:lstStyle>
            <a:lvl1pPr algn="l">
              <a:defRPr sz="38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DDCDC95C-D4C8-4430-A405-C5BA19B0AFCF}"/>
              </a:ext>
            </a:extLst>
          </p:cNvPr>
          <p:cNvSpPr>
            <a:spLocks noGrp="1"/>
          </p:cNvSpPr>
          <p:nvPr>
            <p:ph type="body" idx="10"/>
          </p:nvPr>
        </p:nvSpPr>
        <p:spPr>
          <a:xfrm>
            <a:off x="635000" y="1587500"/>
            <a:ext cx="6261100" cy="4724400"/>
          </a:xfrm>
        </p:spPr>
        <p:txBody>
          <a:bodyPr wrap="square">
            <a:normAutofit/>
          </a:bodyPr>
          <a:lstStyle>
            <a:lvl1pPr algn="l">
              <a:defRPr sz="2600" b="0">
                <a:solidFill>
                  <a:srgbClr val="16181A"/>
                </a:solidFill>
                <a:latin typeface="Microsoft YaHei" panose="020B0503020204020204" pitchFamily="34" charset="-122"/>
              </a:defRPr>
            </a:lvl1pPr>
            <a:lvl2pPr algn="l">
              <a:defRPr sz="2600" b="0">
                <a:solidFill>
                  <a:srgbClr val="16181A"/>
                </a:solidFill>
                <a:latin typeface="Microsoft YaHei" panose="020B0503020204020204" pitchFamily="34" charset="-122"/>
              </a:defRPr>
            </a:lvl2pPr>
            <a:lvl3pPr algn="l">
              <a:defRPr sz="2600" b="0">
                <a:solidFill>
                  <a:srgbClr val="16181A"/>
                </a:solidFill>
                <a:latin typeface="Microsoft YaHei" panose="020B0503020204020204" pitchFamily="34" charset="-122"/>
              </a:defRPr>
            </a:lvl3pPr>
            <a:lvl4pPr algn="l">
              <a:defRPr sz="2600" b="0">
                <a:solidFill>
                  <a:srgbClr val="16181A"/>
                </a:solidFill>
                <a:latin typeface="Microsoft YaHei" panose="020B0503020204020204" pitchFamily="34" charset="-122"/>
              </a:defRPr>
            </a:lvl4pPr>
            <a:lvl5pPr algn="l">
              <a:defRPr sz="2600" b="0">
                <a:solidFill>
                  <a:srgbClr val="1618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图片占位符 6">
            <a:extLst>
              <a:ext uri="{FF2B5EF4-FFF2-40B4-BE49-F238E27FC236}">
                <a16:creationId xmlns:a16="http://schemas.microsoft.com/office/drawing/2014/main" id="{BF5F89C3-22F9-4D18-A36E-1E8E819D982F}"/>
              </a:ext>
            </a:extLst>
          </p:cNvPr>
          <p:cNvSpPr>
            <a:spLocks noGrp="1"/>
          </p:cNvSpPr>
          <p:nvPr>
            <p:ph type="pic" sz="quarter" idx="11"/>
          </p:nvPr>
        </p:nvSpPr>
        <p:spPr>
          <a:xfrm>
            <a:off x="7251700" y="1587500"/>
            <a:ext cx="4292600" cy="4483100"/>
          </a:xfrm>
          <a:prstGeom prst="rect">
            <a:avLst/>
          </a:prstGeom>
        </p:spPr>
        <p:txBody>
          <a:bodyPr/>
          <a:lstStyle/>
          <a:p>
            <a:endParaRPr lang="zh-CN" altLang="en-US"/>
          </a:p>
        </p:txBody>
      </p:sp>
    </p:spTree>
    <p:extLst>
      <p:ext uri="{BB962C8B-B14F-4D97-AF65-F5344CB8AC3E}">
        <p14:creationId xmlns:p14="http://schemas.microsoft.com/office/powerpoint/2010/main" val="15216763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L_TwoCol">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A006C-726B-4AD9-908C-971C4525E996}"/>
              </a:ext>
            </a:extLst>
          </p:cNvPr>
          <p:cNvSpPr>
            <a:spLocks noGrp="1"/>
          </p:cNvSpPr>
          <p:nvPr>
            <p:ph type="title"/>
          </p:nvPr>
        </p:nvSpPr>
        <p:spPr>
          <a:xfrm>
            <a:off x="635000" y="304800"/>
            <a:ext cx="10909300" cy="914400"/>
          </a:xfrm>
        </p:spPr>
        <p:txBody>
          <a:bodyPr wrap="square">
            <a:normAutofit/>
          </a:bodyPr>
          <a:lstStyle>
            <a:lvl1pPr algn="l">
              <a:defRPr sz="38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F53634E7-419F-4B87-99C8-85D868EB475A}"/>
              </a:ext>
            </a:extLst>
          </p:cNvPr>
          <p:cNvSpPr>
            <a:spLocks noGrp="1"/>
          </p:cNvSpPr>
          <p:nvPr>
            <p:ph type="body" idx="10"/>
          </p:nvPr>
        </p:nvSpPr>
        <p:spPr>
          <a:xfrm>
            <a:off x="635000" y="1587500"/>
            <a:ext cx="5295900" cy="4724400"/>
          </a:xfrm>
        </p:spPr>
        <p:txBody>
          <a:bodyPr wrap="square">
            <a:normAutofit/>
          </a:bodyPr>
          <a:lstStyle>
            <a:lvl1pPr algn="l">
              <a:defRPr sz="2600" b="0">
                <a:solidFill>
                  <a:srgbClr val="16181A"/>
                </a:solidFill>
                <a:latin typeface="Microsoft YaHei" panose="020B0503020204020204" pitchFamily="34" charset="-122"/>
              </a:defRPr>
            </a:lvl1pPr>
            <a:lvl2pPr algn="l">
              <a:defRPr sz="2600" b="0">
                <a:solidFill>
                  <a:srgbClr val="16181A"/>
                </a:solidFill>
                <a:latin typeface="Microsoft YaHei" panose="020B0503020204020204" pitchFamily="34" charset="-122"/>
              </a:defRPr>
            </a:lvl2pPr>
            <a:lvl3pPr algn="l">
              <a:defRPr sz="2600" b="0">
                <a:solidFill>
                  <a:srgbClr val="16181A"/>
                </a:solidFill>
                <a:latin typeface="Microsoft YaHei" panose="020B0503020204020204" pitchFamily="34" charset="-122"/>
              </a:defRPr>
            </a:lvl3pPr>
            <a:lvl4pPr algn="l">
              <a:defRPr sz="2600" b="0">
                <a:solidFill>
                  <a:srgbClr val="16181A"/>
                </a:solidFill>
                <a:latin typeface="Microsoft YaHei" panose="020B0503020204020204" pitchFamily="34" charset="-122"/>
              </a:defRPr>
            </a:lvl4pPr>
            <a:lvl5pPr algn="l">
              <a:defRPr sz="2600" b="0">
                <a:solidFill>
                  <a:srgbClr val="1618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文本占位符 6">
            <a:extLst>
              <a:ext uri="{FF2B5EF4-FFF2-40B4-BE49-F238E27FC236}">
                <a16:creationId xmlns:a16="http://schemas.microsoft.com/office/drawing/2014/main" id="{953F2B3C-92DB-4383-A05E-B9B46D89FBF5}"/>
              </a:ext>
            </a:extLst>
          </p:cNvPr>
          <p:cNvSpPr>
            <a:spLocks noGrp="1"/>
          </p:cNvSpPr>
          <p:nvPr>
            <p:ph type="body" sz="quarter" idx="11"/>
          </p:nvPr>
        </p:nvSpPr>
        <p:spPr>
          <a:xfrm>
            <a:off x="6248400" y="1587500"/>
            <a:ext cx="5295900" cy="4724400"/>
          </a:xfrm>
          <a:prstGeom prst="rect">
            <a:avLst/>
          </a:prstGeom>
        </p:spPr>
        <p:txBody>
          <a:bodyPr wrap="square"/>
          <a:lstStyle>
            <a:lvl1pPr algn="l">
              <a:defRPr sz="2600" b="0">
                <a:solidFill>
                  <a:srgbClr val="16181A"/>
                </a:solidFill>
                <a:latin typeface="Microsoft YaHei" panose="020B0503020204020204" pitchFamily="34" charset="-122"/>
              </a:defRPr>
            </a:lvl1pPr>
            <a:lvl2pPr algn="l">
              <a:defRPr sz="2600" b="0">
                <a:solidFill>
                  <a:srgbClr val="16181A"/>
                </a:solidFill>
                <a:latin typeface="Microsoft YaHei" panose="020B0503020204020204" pitchFamily="34" charset="-122"/>
              </a:defRPr>
            </a:lvl2pPr>
            <a:lvl3pPr algn="l">
              <a:defRPr sz="2600" b="0">
                <a:solidFill>
                  <a:srgbClr val="16181A"/>
                </a:solidFill>
                <a:latin typeface="Microsoft YaHei" panose="020B0503020204020204" pitchFamily="34" charset="-122"/>
              </a:defRPr>
            </a:lvl3pPr>
            <a:lvl4pPr algn="l">
              <a:defRPr sz="2600" b="0">
                <a:solidFill>
                  <a:srgbClr val="16181A"/>
                </a:solidFill>
                <a:latin typeface="Microsoft YaHei" panose="020B0503020204020204" pitchFamily="34" charset="-122"/>
              </a:defRPr>
            </a:lvl4pPr>
            <a:lvl5pPr algn="l">
              <a:defRPr sz="2600" b="0">
                <a:solidFill>
                  <a:srgbClr val="1618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19826555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cSld name="L_Exercis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E08E8C0-B23B-436A-A647-A0D6B0612196}"/>
              </a:ext>
            </a:extLst>
          </p:cNvPr>
          <p:cNvSpPr>
            <a:spLocks noGrp="1"/>
          </p:cNvSpPr>
          <p:nvPr>
            <p:ph type="title"/>
          </p:nvPr>
        </p:nvSpPr>
        <p:spPr>
          <a:xfrm>
            <a:off x="635000" y="304800"/>
            <a:ext cx="10909300" cy="914400"/>
          </a:xfrm>
        </p:spPr>
        <p:txBody>
          <a:bodyPr wrap="square">
            <a:normAutofit/>
          </a:bodyPr>
          <a:lstStyle>
            <a:lvl1pPr algn="l">
              <a:defRPr sz="38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27F7EC32-9830-4843-AAA2-5F35D7336AEC}"/>
              </a:ext>
            </a:extLst>
          </p:cNvPr>
          <p:cNvSpPr>
            <a:spLocks noGrp="1"/>
          </p:cNvSpPr>
          <p:nvPr>
            <p:ph type="body" idx="10"/>
          </p:nvPr>
        </p:nvSpPr>
        <p:spPr>
          <a:xfrm>
            <a:off x="635000" y="1587500"/>
            <a:ext cx="10909300" cy="2794000"/>
          </a:xfrm>
        </p:spPr>
        <p:txBody>
          <a:bodyPr wrap="square">
            <a:normAutofit/>
          </a:bodyPr>
          <a:lstStyle>
            <a:lvl1pPr algn="l">
              <a:defRPr sz="2600" b="0">
                <a:solidFill>
                  <a:srgbClr val="16181A"/>
                </a:solidFill>
                <a:latin typeface="Microsoft YaHei" panose="020B0503020204020204" pitchFamily="34" charset="-122"/>
              </a:defRPr>
            </a:lvl1pPr>
            <a:lvl2pPr algn="l">
              <a:defRPr sz="2600" b="0">
                <a:solidFill>
                  <a:srgbClr val="16181A"/>
                </a:solidFill>
                <a:latin typeface="Microsoft YaHei" panose="020B0503020204020204" pitchFamily="34" charset="-122"/>
              </a:defRPr>
            </a:lvl2pPr>
            <a:lvl3pPr algn="l">
              <a:defRPr sz="2600" b="0">
                <a:solidFill>
                  <a:srgbClr val="16181A"/>
                </a:solidFill>
                <a:latin typeface="Microsoft YaHei" panose="020B0503020204020204" pitchFamily="34" charset="-122"/>
              </a:defRPr>
            </a:lvl3pPr>
            <a:lvl4pPr algn="l">
              <a:defRPr sz="2600" b="0">
                <a:solidFill>
                  <a:srgbClr val="16181A"/>
                </a:solidFill>
                <a:latin typeface="Microsoft YaHei" panose="020B0503020204020204" pitchFamily="34" charset="-122"/>
              </a:defRPr>
            </a:lvl4pPr>
            <a:lvl5pPr algn="l">
              <a:defRPr sz="2600" b="0">
                <a:solidFill>
                  <a:srgbClr val="1618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文本占位符 6">
            <a:extLst>
              <a:ext uri="{FF2B5EF4-FFF2-40B4-BE49-F238E27FC236}">
                <a16:creationId xmlns:a16="http://schemas.microsoft.com/office/drawing/2014/main" id="{69D60182-EDE4-4C60-A206-CB189CA12B61}"/>
              </a:ext>
            </a:extLst>
          </p:cNvPr>
          <p:cNvSpPr>
            <a:spLocks noGrp="1"/>
          </p:cNvSpPr>
          <p:nvPr>
            <p:ph type="body" sz="quarter" idx="11"/>
          </p:nvPr>
        </p:nvSpPr>
        <p:spPr>
          <a:xfrm>
            <a:off x="635000" y="4559300"/>
            <a:ext cx="10909300" cy="1752600"/>
          </a:xfrm>
          <a:prstGeom prst="rect">
            <a:avLst/>
          </a:prstGeom>
        </p:spPr>
        <p:txBody>
          <a:bodyPr wrap="square"/>
          <a:lstStyle>
            <a:lvl1pPr algn="l">
              <a:defRPr sz="2600" b="1">
                <a:solidFill>
                  <a:srgbClr val="0F6B34"/>
                </a:solidFill>
                <a:latin typeface="Microsoft YaHei" panose="020B0503020204020204" pitchFamily="34" charset="-122"/>
              </a:defRPr>
            </a:lvl1pPr>
            <a:lvl2pPr algn="l">
              <a:defRPr sz="2600" b="1">
                <a:solidFill>
                  <a:srgbClr val="0F6B34"/>
                </a:solidFill>
                <a:latin typeface="Microsoft YaHei" panose="020B0503020204020204" pitchFamily="34" charset="-122"/>
              </a:defRPr>
            </a:lvl2pPr>
            <a:lvl3pPr algn="l">
              <a:defRPr sz="2600" b="1">
                <a:solidFill>
                  <a:srgbClr val="0F6B34"/>
                </a:solidFill>
                <a:latin typeface="Microsoft YaHei" panose="020B0503020204020204" pitchFamily="34" charset="-122"/>
              </a:defRPr>
            </a:lvl3pPr>
            <a:lvl4pPr algn="l">
              <a:defRPr sz="2600" b="1">
                <a:solidFill>
                  <a:srgbClr val="0F6B34"/>
                </a:solidFill>
                <a:latin typeface="Microsoft YaHei" panose="020B0503020204020204" pitchFamily="34" charset="-122"/>
              </a:defRPr>
            </a:lvl4pPr>
            <a:lvl5pPr algn="l">
              <a:defRPr sz="2600" b="1">
                <a:solidFill>
                  <a:srgbClr val="0F6B34"/>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5248450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L_VocabCards">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0F32B9-4740-4BB5-9390-E3BEE35B2B02}"/>
              </a:ext>
            </a:extLst>
          </p:cNvPr>
          <p:cNvSpPr>
            <a:spLocks noGrp="1"/>
          </p:cNvSpPr>
          <p:nvPr>
            <p:ph type="title"/>
          </p:nvPr>
        </p:nvSpPr>
        <p:spPr>
          <a:xfrm>
            <a:off x="635000" y="304800"/>
            <a:ext cx="10909300" cy="914400"/>
          </a:xfrm>
        </p:spPr>
        <p:txBody>
          <a:bodyPr wrap="square">
            <a:normAutofit/>
          </a:bodyPr>
          <a:lstStyle>
            <a:lvl1pPr algn="l">
              <a:defRPr sz="3800" b="1">
                <a:solidFill>
                  <a:srgbClr val="12395E"/>
                </a:solidFill>
                <a:latin typeface="Microsoft YaHei" panose="020B0503020204020204" pitchFamily="34" charset="-122"/>
              </a:defRPr>
            </a:lvl1pPr>
          </a:lstStyle>
          <a:p>
            <a:r>
              <a:rPr lang="zh-CN" altLang="en-US"/>
              <a:t>单击此处编辑母版标题样式</a:t>
            </a:r>
          </a:p>
        </p:txBody>
      </p:sp>
      <p:sp>
        <p:nvSpPr>
          <p:cNvPr id="6" name="图片占位符 5">
            <a:extLst>
              <a:ext uri="{FF2B5EF4-FFF2-40B4-BE49-F238E27FC236}">
                <a16:creationId xmlns:a16="http://schemas.microsoft.com/office/drawing/2014/main" id="{6557C8B8-F4E3-47DB-9255-4848FFCADFCA}"/>
              </a:ext>
            </a:extLst>
          </p:cNvPr>
          <p:cNvSpPr>
            <a:spLocks noGrp="1"/>
          </p:cNvSpPr>
          <p:nvPr>
            <p:ph type="pic" idx="10"/>
          </p:nvPr>
        </p:nvSpPr>
        <p:spPr>
          <a:xfrm>
            <a:off x="635000" y="1587500"/>
            <a:ext cx="3644900" cy="1485900"/>
          </a:xfrm>
        </p:spPr>
        <p:txBody>
          <a:bodyPr/>
          <a:lstStyle/>
          <a:p>
            <a:endParaRPr lang="zh-CN" altLang="en-US"/>
          </a:p>
        </p:txBody>
      </p:sp>
      <p:sp>
        <p:nvSpPr>
          <p:cNvPr id="7" name="图片占位符 6">
            <a:extLst>
              <a:ext uri="{FF2B5EF4-FFF2-40B4-BE49-F238E27FC236}">
                <a16:creationId xmlns:a16="http://schemas.microsoft.com/office/drawing/2014/main" id="{3E20F740-1270-40CB-904C-898FA2BA8D5B}"/>
              </a:ext>
            </a:extLst>
          </p:cNvPr>
          <p:cNvSpPr>
            <a:spLocks noGrp="1"/>
          </p:cNvSpPr>
          <p:nvPr>
            <p:ph type="pic" sz="quarter" idx="11"/>
          </p:nvPr>
        </p:nvSpPr>
        <p:spPr>
          <a:xfrm>
            <a:off x="4267200" y="1587500"/>
            <a:ext cx="3644900" cy="1485900"/>
          </a:xfrm>
          <a:prstGeom prst="rect">
            <a:avLst/>
          </a:prstGeom>
        </p:spPr>
        <p:txBody>
          <a:bodyPr/>
          <a:lstStyle/>
          <a:p>
            <a:endParaRPr lang="zh-CN" altLang="en-US"/>
          </a:p>
        </p:txBody>
      </p:sp>
      <p:sp>
        <p:nvSpPr>
          <p:cNvPr id="8" name="图片占位符 7">
            <a:extLst>
              <a:ext uri="{FF2B5EF4-FFF2-40B4-BE49-F238E27FC236}">
                <a16:creationId xmlns:a16="http://schemas.microsoft.com/office/drawing/2014/main" id="{CAEC8A52-F582-42B5-ABE0-F7E0B75C0D27}"/>
              </a:ext>
            </a:extLst>
          </p:cNvPr>
          <p:cNvSpPr>
            <a:spLocks noGrp="1"/>
          </p:cNvSpPr>
          <p:nvPr>
            <p:ph type="pic" sz="quarter" idx="12"/>
          </p:nvPr>
        </p:nvSpPr>
        <p:spPr>
          <a:xfrm>
            <a:off x="7899400" y="1587500"/>
            <a:ext cx="3644900" cy="1485900"/>
          </a:xfrm>
          <a:prstGeom prst="rect">
            <a:avLst/>
          </a:prstGeom>
        </p:spPr>
        <p:txBody>
          <a:bodyPr/>
          <a:lstStyle/>
          <a:p>
            <a:endParaRPr lang="zh-CN" altLang="en-US"/>
          </a:p>
        </p:txBody>
      </p:sp>
      <p:sp>
        <p:nvSpPr>
          <p:cNvPr id="9" name="图片占位符 8">
            <a:extLst>
              <a:ext uri="{FF2B5EF4-FFF2-40B4-BE49-F238E27FC236}">
                <a16:creationId xmlns:a16="http://schemas.microsoft.com/office/drawing/2014/main" id="{BEE0587B-1E13-42BD-8100-75B6F6D09601}"/>
              </a:ext>
            </a:extLst>
          </p:cNvPr>
          <p:cNvSpPr>
            <a:spLocks noGrp="1"/>
          </p:cNvSpPr>
          <p:nvPr>
            <p:ph type="pic" sz="quarter" idx="13"/>
          </p:nvPr>
        </p:nvSpPr>
        <p:spPr>
          <a:xfrm>
            <a:off x="635000" y="3949700"/>
            <a:ext cx="3644900" cy="1485900"/>
          </a:xfrm>
          <a:prstGeom prst="rect">
            <a:avLst/>
          </a:prstGeom>
        </p:spPr>
        <p:txBody>
          <a:bodyPr/>
          <a:lstStyle/>
          <a:p>
            <a:endParaRPr lang="zh-CN" altLang="en-US"/>
          </a:p>
        </p:txBody>
      </p:sp>
      <p:sp>
        <p:nvSpPr>
          <p:cNvPr id="10" name="图片占位符 9">
            <a:extLst>
              <a:ext uri="{FF2B5EF4-FFF2-40B4-BE49-F238E27FC236}">
                <a16:creationId xmlns:a16="http://schemas.microsoft.com/office/drawing/2014/main" id="{00FA368C-0619-4FDF-A91B-FDB33E01E981}"/>
              </a:ext>
            </a:extLst>
          </p:cNvPr>
          <p:cNvSpPr>
            <a:spLocks noGrp="1"/>
          </p:cNvSpPr>
          <p:nvPr>
            <p:ph type="pic" sz="quarter" idx="14"/>
          </p:nvPr>
        </p:nvSpPr>
        <p:spPr>
          <a:xfrm>
            <a:off x="4267200" y="3949700"/>
            <a:ext cx="3644900" cy="1485900"/>
          </a:xfrm>
          <a:prstGeom prst="rect">
            <a:avLst/>
          </a:prstGeom>
        </p:spPr>
        <p:txBody>
          <a:bodyPr/>
          <a:lstStyle/>
          <a:p>
            <a:endParaRPr lang="zh-CN" altLang="en-US"/>
          </a:p>
        </p:txBody>
      </p:sp>
      <p:sp>
        <p:nvSpPr>
          <p:cNvPr id="11" name="图片占位符 10">
            <a:extLst>
              <a:ext uri="{FF2B5EF4-FFF2-40B4-BE49-F238E27FC236}">
                <a16:creationId xmlns:a16="http://schemas.microsoft.com/office/drawing/2014/main" id="{4F1A8C19-D90A-4F57-AA3A-A847C3847249}"/>
              </a:ext>
            </a:extLst>
          </p:cNvPr>
          <p:cNvSpPr>
            <a:spLocks noGrp="1"/>
          </p:cNvSpPr>
          <p:nvPr>
            <p:ph type="pic" sz="quarter" idx="15"/>
          </p:nvPr>
        </p:nvSpPr>
        <p:spPr>
          <a:xfrm>
            <a:off x="7899400" y="3949700"/>
            <a:ext cx="3644900" cy="1485900"/>
          </a:xfrm>
          <a:prstGeom prst="rect">
            <a:avLst/>
          </a:prstGeom>
        </p:spPr>
        <p:txBody>
          <a:bodyPr/>
          <a:lstStyle/>
          <a:p>
            <a:endParaRPr lang="zh-CN" altLang="en-US"/>
          </a:p>
        </p:txBody>
      </p:sp>
    </p:spTree>
    <p:extLst>
      <p:ext uri="{BB962C8B-B14F-4D97-AF65-F5344CB8AC3E}">
        <p14:creationId xmlns:p14="http://schemas.microsoft.com/office/powerpoint/2010/main" val="1035550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cSld name="L_Media">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860DA8-3642-4271-A0F1-6549C4C746DC}"/>
              </a:ext>
            </a:extLst>
          </p:cNvPr>
          <p:cNvSpPr>
            <a:spLocks noGrp="1"/>
          </p:cNvSpPr>
          <p:nvPr>
            <p:ph type="title"/>
          </p:nvPr>
        </p:nvSpPr>
        <p:spPr>
          <a:xfrm>
            <a:off x="635000" y="304800"/>
            <a:ext cx="10909300" cy="914400"/>
          </a:xfrm>
        </p:spPr>
        <p:txBody>
          <a:bodyPr wrap="square">
            <a:normAutofit/>
          </a:bodyPr>
          <a:lstStyle>
            <a:lvl1pPr algn="l">
              <a:defRPr sz="38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A945AFA1-66C5-43EF-B53D-E6293EC1CF3E}"/>
              </a:ext>
            </a:extLst>
          </p:cNvPr>
          <p:cNvSpPr>
            <a:spLocks noGrp="1"/>
          </p:cNvSpPr>
          <p:nvPr>
            <p:ph type="body" idx="10"/>
          </p:nvPr>
        </p:nvSpPr>
        <p:spPr>
          <a:xfrm>
            <a:off x="635000" y="1587500"/>
            <a:ext cx="6946900" cy="4724400"/>
          </a:xfrm>
        </p:spPr>
        <p:txBody>
          <a:bodyPr wrap="square">
            <a:normAutofit/>
          </a:bodyPr>
          <a:lstStyle>
            <a:lvl1pPr algn="l">
              <a:defRPr sz="2600" b="0">
                <a:solidFill>
                  <a:srgbClr val="16181A"/>
                </a:solidFill>
                <a:latin typeface="Microsoft YaHei" panose="020B0503020204020204" pitchFamily="34" charset="-122"/>
              </a:defRPr>
            </a:lvl1pPr>
            <a:lvl2pPr algn="l">
              <a:defRPr sz="2600" b="0">
                <a:solidFill>
                  <a:srgbClr val="16181A"/>
                </a:solidFill>
                <a:latin typeface="Microsoft YaHei" panose="020B0503020204020204" pitchFamily="34" charset="-122"/>
              </a:defRPr>
            </a:lvl2pPr>
            <a:lvl3pPr algn="l">
              <a:defRPr sz="2600" b="0">
                <a:solidFill>
                  <a:srgbClr val="16181A"/>
                </a:solidFill>
                <a:latin typeface="Microsoft YaHei" panose="020B0503020204020204" pitchFamily="34" charset="-122"/>
              </a:defRPr>
            </a:lvl3pPr>
            <a:lvl4pPr algn="l">
              <a:defRPr sz="2600" b="0">
                <a:solidFill>
                  <a:srgbClr val="16181A"/>
                </a:solidFill>
                <a:latin typeface="Microsoft YaHei" panose="020B0503020204020204" pitchFamily="34" charset="-122"/>
              </a:defRPr>
            </a:lvl4pPr>
            <a:lvl5pPr algn="l">
              <a:defRPr sz="2600" b="0">
                <a:solidFill>
                  <a:srgbClr val="1618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媒体占位符 6">
            <a:extLst>
              <a:ext uri="{FF2B5EF4-FFF2-40B4-BE49-F238E27FC236}">
                <a16:creationId xmlns:a16="http://schemas.microsoft.com/office/drawing/2014/main" id="{44021501-4F36-4C82-8758-0ED6AF6F257A}"/>
              </a:ext>
            </a:extLst>
          </p:cNvPr>
          <p:cNvSpPr>
            <a:spLocks noGrp="1"/>
          </p:cNvSpPr>
          <p:nvPr>
            <p:ph type="media" sz="quarter" idx="11"/>
          </p:nvPr>
        </p:nvSpPr>
        <p:spPr>
          <a:xfrm>
            <a:off x="7924800" y="1587500"/>
            <a:ext cx="3632200" cy="2374900"/>
          </a:xfrm>
          <a:prstGeom prst="rect">
            <a:avLst/>
          </a:prstGeom>
        </p:spPr>
        <p:txBody>
          <a:bodyPr/>
          <a:lstStyle/>
          <a:p>
            <a:endParaRPr lang="zh-CN" altLang="en-US"/>
          </a:p>
        </p:txBody>
      </p:sp>
    </p:spTree>
    <p:extLst>
      <p:ext uri="{BB962C8B-B14F-4D97-AF65-F5344CB8AC3E}">
        <p14:creationId xmlns:p14="http://schemas.microsoft.com/office/powerpoint/2010/main" val="47833944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Only">
  <p:cSld name="L_TitleOnly">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A274F0-AB63-44BB-9C76-CE5F557FF476}"/>
              </a:ext>
            </a:extLst>
          </p:cNvPr>
          <p:cNvSpPr>
            <a:spLocks noGrp="1"/>
          </p:cNvSpPr>
          <p:nvPr>
            <p:ph type="title"/>
          </p:nvPr>
        </p:nvSpPr>
        <p:spPr>
          <a:xfrm>
            <a:off x="914400" y="2108200"/>
            <a:ext cx="10363200" cy="1282700"/>
          </a:xfrm>
        </p:spPr>
        <p:txBody>
          <a:bodyPr wrap="square">
            <a:normAutofit/>
          </a:bodyPr>
          <a:lstStyle>
            <a:lvl1pPr algn="ctr">
              <a:defRPr sz="4600" b="1">
                <a:solidFill>
                  <a:srgbClr val="12395E"/>
                </a:solidFill>
                <a:latin typeface="Microsoft YaHei" panose="020B0503020204020204" pitchFamily="34" charset="-122"/>
              </a:defRPr>
            </a:lvl1pPr>
          </a:lstStyle>
          <a:p>
            <a:r>
              <a:rPr lang="zh-CN" altLang="en-US"/>
              <a:t>单击此处编辑母版标题样式</a:t>
            </a:r>
          </a:p>
        </p:txBody>
      </p:sp>
      <p:sp>
        <p:nvSpPr>
          <p:cNvPr id="6" name="文本占位符 5">
            <a:extLst>
              <a:ext uri="{FF2B5EF4-FFF2-40B4-BE49-F238E27FC236}">
                <a16:creationId xmlns:a16="http://schemas.microsoft.com/office/drawing/2014/main" id="{694BAAEE-68B2-412F-A05D-8C08148B94A4}"/>
              </a:ext>
            </a:extLst>
          </p:cNvPr>
          <p:cNvSpPr>
            <a:spLocks noGrp="1"/>
          </p:cNvSpPr>
          <p:nvPr>
            <p:ph type="body" idx="10"/>
          </p:nvPr>
        </p:nvSpPr>
        <p:spPr>
          <a:xfrm>
            <a:off x="1460500" y="3568700"/>
            <a:ext cx="9258300" cy="1739900"/>
          </a:xfrm>
        </p:spPr>
        <p:txBody>
          <a:bodyPr wrap="square">
            <a:noAutofit/>
          </a:bodyPr>
          <a:lstStyle>
            <a:lvl1pPr algn="ctr">
              <a:defRPr sz="3000" b="1">
                <a:solidFill>
                  <a:srgbClr val="E2601A"/>
                </a:solidFill>
                <a:latin typeface="Microsoft YaHei" panose="020B0503020204020204" pitchFamily="34" charset="-122"/>
              </a:defRPr>
            </a:lvl1pPr>
            <a:lvl2pPr algn="ctr">
              <a:defRPr sz="3000" b="1">
                <a:solidFill>
                  <a:srgbClr val="E2601A"/>
                </a:solidFill>
                <a:latin typeface="Microsoft YaHei" panose="020B0503020204020204" pitchFamily="34" charset="-122"/>
              </a:defRPr>
            </a:lvl2pPr>
            <a:lvl3pPr algn="ctr">
              <a:defRPr sz="3000" b="1">
                <a:solidFill>
                  <a:srgbClr val="E2601A"/>
                </a:solidFill>
                <a:latin typeface="Microsoft YaHei" panose="020B0503020204020204" pitchFamily="34" charset="-122"/>
              </a:defRPr>
            </a:lvl3pPr>
            <a:lvl4pPr algn="ctr">
              <a:defRPr sz="3000" b="1">
                <a:solidFill>
                  <a:srgbClr val="E2601A"/>
                </a:solidFill>
                <a:latin typeface="Microsoft YaHei" panose="020B0503020204020204" pitchFamily="34" charset="-122"/>
              </a:defRPr>
            </a:lvl4pPr>
            <a:lvl5pPr algn="ctr">
              <a:defRPr sz="3000" b="1">
                <a:solidFill>
                  <a:srgbClr val="E2601A"/>
                </a:solidFill>
                <a:latin typeface="Microsoft YaHei" panose="020B0503020204020204" pitchFamily="34" charset="-122"/>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849691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16519FB-29C3-4538-B1CF-3FE33F74CCE0}"/>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B5F95975-8374-450B-9461-60A40689FE8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5070457-B26B-4E71-89D1-4DEF6CB3BC0C}"/>
              </a:ext>
            </a:extLst>
          </p:cNvPr>
          <p:cNvSpPr>
            <a:spLocks noGrp="1"/>
          </p:cNvSpPr>
          <p:nvPr>
            <p:ph type="dt" sz="half" idx="10"/>
          </p:nvPr>
        </p:nvSpPr>
        <p:spPr/>
        <p:txBody>
          <a:bodyPr/>
          <a:lstStyle/>
          <a:p>
            <a:fld id="{FBF13A2B-D413-4FDB-980E-97B24AD95D83}" type="datetimeFigureOut">
              <a:rPr lang="zh-CN" altLang="en-US" smtClean="0"/>
              <a:t>2026/8/9</a:t>
            </a:fld>
            <a:endParaRPr lang="zh-CN" altLang="en-US"/>
          </a:p>
        </p:txBody>
      </p:sp>
      <p:sp>
        <p:nvSpPr>
          <p:cNvPr id="5" name="页脚占位符 4">
            <a:extLst>
              <a:ext uri="{FF2B5EF4-FFF2-40B4-BE49-F238E27FC236}">
                <a16:creationId xmlns:a16="http://schemas.microsoft.com/office/drawing/2014/main" id="{03AF687B-49CE-46EE-B396-D827808D542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EE3B070-8304-4D11-8BE5-C47397A37357}"/>
              </a:ext>
            </a:extLst>
          </p:cNvPr>
          <p:cNvSpPr>
            <a:spLocks noGrp="1"/>
          </p:cNvSpPr>
          <p:nvPr>
            <p:ph type="sldNum" sz="quarter" idx="12"/>
          </p:nvPr>
        </p:nvSpPr>
        <p:spPr/>
        <p:txBody>
          <a:bodyPr/>
          <a:lstStyle/>
          <a:p>
            <a:fld id="{53520D99-7A31-4398-A7AA-CE10FDE0AF31}" type="slidenum">
              <a:rPr lang="zh-CN" altLang="en-US" smtClean="0"/>
              <a:t>‹#›</a:t>
            </a:fld>
            <a:endParaRPr lang="zh-CN" altLang="en-US"/>
          </a:p>
        </p:txBody>
      </p:sp>
    </p:spTree>
    <p:extLst>
      <p:ext uri="{BB962C8B-B14F-4D97-AF65-F5344CB8AC3E}">
        <p14:creationId xmlns:p14="http://schemas.microsoft.com/office/powerpoint/2010/main" val="7078731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9D8717DB-0FA9-4583-8F54-EFB2A06477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25BC8290-6040-4482-985D-D296B20B73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4D0D984-E274-4BCC-98B4-AD0DE4F605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F13A2B-D413-4FDB-980E-97B24AD95D83}" type="datetimeFigureOut">
              <a:rPr lang="zh-CN" altLang="en-US" smtClean="0"/>
              <a:t>2026/8/9</a:t>
            </a:fld>
            <a:endParaRPr lang="zh-CN" altLang="en-US"/>
          </a:p>
        </p:txBody>
      </p:sp>
      <p:sp>
        <p:nvSpPr>
          <p:cNvPr id="5" name="页脚占位符 4">
            <a:extLst>
              <a:ext uri="{FF2B5EF4-FFF2-40B4-BE49-F238E27FC236}">
                <a16:creationId xmlns:a16="http://schemas.microsoft.com/office/drawing/2014/main" id="{6A1FFE26-3F54-495C-BF3A-CCE447389B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0DDB40E-7811-4DA0-A938-E50B763443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520D99-7A31-4398-A7AA-CE10FDE0AF31}" type="slidenum">
              <a:rPr lang="zh-CN" altLang="en-US" smtClean="0"/>
              <a:t>‹#›</a:t>
            </a:fld>
            <a:endParaRPr lang="zh-CN" altLang="en-US"/>
          </a:p>
        </p:txBody>
      </p:sp>
      <p:sp>
        <p:nvSpPr>
          <p:cNvPr id="7" name="矩形 6">
            <a:extLst>
              <a:ext uri="{FF2B5EF4-FFF2-40B4-BE49-F238E27FC236}">
                <a16:creationId xmlns:a16="http://schemas.microsoft.com/office/drawing/2014/main" id="{5ED8FBC7-F233-4269-BAC5-39F7B39F00A8}"/>
              </a:ext>
            </a:extLst>
          </p:cNvPr>
          <p:cNvSpPr/>
          <p:nvPr userDrawn="1"/>
        </p:nvSpPr>
        <p:spPr>
          <a:xfrm>
            <a:off x="635000" y="1320800"/>
            <a:ext cx="10909300" cy="38100"/>
          </a:xfrm>
          <a:prstGeom prst="rect">
            <a:avLst/>
          </a:prstGeom>
          <a:solidFill>
            <a:srgbClr val="12395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7A8AA5F-EFC9-4BA1-8318-7D77A5A11D49}"/>
              </a:ext>
            </a:extLst>
          </p:cNvPr>
          <p:cNvSpPr/>
          <p:nvPr userDrawn="1"/>
        </p:nvSpPr>
        <p:spPr>
          <a:xfrm>
            <a:off x="635000" y="6451600"/>
            <a:ext cx="508000" cy="63500"/>
          </a:xfrm>
          <a:prstGeom prst="rect">
            <a:avLst/>
          </a:prstGeom>
          <a:solidFill>
            <a:srgbClr val="E2601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0957532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 id="2147483661" r:id="rId12"/>
    <p:sldLayoutId id="2147483662" r:id="rId13"/>
    <p:sldLayoutId id="2147483663" r:id="rId14"/>
    <p:sldLayoutId id="2147483664" r:id="rId15"/>
    <p:sldLayoutId id="2147483665" r:id="rId16"/>
    <p:sldLayoutId id="2147483666" r:id="rId17"/>
    <p:sldLayoutId id="2147483667" r:id="rId18"/>
    <p:sldLayoutId id="2147483659"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5400" b="1" i="0">
                <a:solidFill>
                  <a:srgbClr val="12395E"/>
                </a:solidFill>
                <a:latin typeface="Microsoft YaHei"/>
                <a:ea typeface="Microsoft YaHei"/>
                <a:cs typeface="Microsoft YaHei"/>
              </a:rPr>
              <a:t>Animal Friends!</a:t>
            </a:r>
          </a:p>
        </p:txBody>
      </p:sp>
      <p:sp>
        <p:nvSpPr>
          <p:cNvPr id="3" name="Text Placeholder 2"/>
          <p:cNvSpPr>
            <a:spLocks noGrp="1"/>
          </p:cNvSpPr>
          <p:nvPr>
            <p:ph type="body" idx="10"/>
          </p:nvPr>
        </p:nvSpPr>
        <p:spPr/>
        <p:txBody>
          <a:bodyPr wrap="square"/>
          <a:lstStyle/>
          <a:p>
            <a:pPr algn="ctr">
              <a:lnSpc>
                <a:spcPct val="132000"/>
              </a:lnSpc>
              <a:spcAft>
                <a:spcPts val="800"/>
              </a:spcAft>
              <a:buNone/>
            </a:pPr>
            <a:r>
              <a:rPr sz="2600" b="0" i="0">
                <a:solidFill>
                  <a:srgbClr val="5A6470"/>
                </a:solidFill>
                <a:latin typeface="Microsoft YaHei"/>
                <a:ea typeface="Microsoft YaHei"/>
                <a:cs typeface="Microsoft YaHei"/>
              </a:rPr>
              <a:t>大象的朋友 Malee  ·  人教版七下 Unit 1 Lesson 4</a:t>
            </a:r>
          </a:p>
        </p:txBody>
      </p:sp>
      <p:sp>
        <p:nvSpPr>
          <p:cNvPr id="4" name="Picture Placeholder 3"/>
          <p:cNvSpPr>
            <a:spLocks noGrp="1"/>
          </p:cNvSpPr>
          <p:nvPr>
            <p:ph type="pic" sz="quarter" idx="11"/>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学习目标  Objectives</a:t>
            </a:r>
          </a:p>
        </p:txBody>
      </p:sp>
      <p:sp>
        <p:nvSpPr>
          <p:cNvPr id="3" name="Text Placeholder 2"/>
          <p:cNvSpPr>
            <a:spLocks noGrp="1"/>
          </p:cNvSpPr>
          <p:nvPr>
            <p:ph type="body" idx="10"/>
          </p:nvPr>
        </p:nvSpPr>
        <p:spPr/>
        <p:txBody>
          <a:bodyPr wrap="square"/>
          <a:lstStyle/>
          <a:p>
            <a:pPr algn="l">
              <a:lnSpc>
                <a:spcPct val="132000"/>
              </a:lnSpc>
              <a:spcAft>
                <a:spcPts val="1400"/>
              </a:spcAft>
              <a:buNone/>
            </a:pPr>
            <a:r>
              <a:rPr sz="2500" b="0" i="0">
                <a:solidFill>
                  <a:srgbClr val="16181A"/>
                </a:solidFill>
                <a:latin typeface="Microsoft YaHei"/>
                <a:ea typeface="Microsoft YaHei"/>
                <a:cs typeface="Microsoft YaHei"/>
              </a:rPr>
              <a:t>1.  能够读图获取信息，并根据图片激活已学知识</a:t>
            </a:r>
          </a:p>
          <a:p>
            <a:pPr algn="l">
              <a:lnSpc>
                <a:spcPct val="132000"/>
              </a:lnSpc>
              <a:spcAft>
                <a:spcPts val="1400"/>
              </a:spcAft>
              <a:buNone/>
            </a:pPr>
            <a:r>
              <a:rPr sz="2500" b="0" i="0">
                <a:solidFill>
                  <a:srgbClr val="16181A"/>
                </a:solidFill>
                <a:latin typeface="Microsoft YaHei"/>
                <a:ea typeface="Microsoft YaHei"/>
                <a:cs typeface="Microsoft YaHei"/>
              </a:rPr>
              <a:t>2.  能够运用阅读策略，判断文章的主旨大意并说明细节信息</a:t>
            </a:r>
          </a:p>
          <a:p>
            <a:pPr algn="l">
              <a:lnSpc>
                <a:spcPct val="132000"/>
              </a:lnSpc>
              <a:spcAft>
                <a:spcPts val="1400"/>
              </a:spcAft>
              <a:buNone/>
            </a:pPr>
            <a:r>
              <a:rPr sz="2500" b="0" i="0">
                <a:solidFill>
                  <a:srgbClr val="16181A"/>
                </a:solidFill>
                <a:latin typeface="Microsoft YaHei"/>
                <a:ea typeface="Microsoft YaHei"/>
                <a:cs typeface="Microsoft YaHei"/>
              </a:rPr>
              <a:t>3.  能够借助可视化图形呈现结构化知识，梳理概括大象的相关信息</a:t>
            </a:r>
          </a:p>
          <a:p>
            <a:pPr algn="l">
              <a:lnSpc>
                <a:spcPct val="132000"/>
              </a:lnSpc>
              <a:spcAft>
                <a:spcPts val="1400"/>
              </a:spcAft>
              <a:buNone/>
            </a:pPr>
            <a:r>
              <a:rPr sz="2500" b="0" i="0">
                <a:solidFill>
                  <a:srgbClr val="16181A"/>
                </a:solidFill>
                <a:latin typeface="Microsoft YaHei"/>
                <a:ea typeface="Microsoft YaHei"/>
                <a:cs typeface="Microsoft YaHei"/>
              </a:rPr>
              <a:t>4.  能够理解大象对于泰国人的重要性，反观自己生活中重要的动物伙伴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读图导入  Read the Picture</a:t>
            </a:r>
          </a:p>
        </p:txBody>
      </p:sp>
      <p:sp>
        <p:nvSpPr>
          <p:cNvPr id="3" name="Text Placeholder 2"/>
          <p:cNvSpPr>
            <a:spLocks noGrp="1"/>
          </p:cNvSpPr>
          <p:nvPr>
            <p:ph type="body" idx="10"/>
          </p:nvPr>
        </p:nvSpPr>
        <p:spPr/>
        <p:txBody>
          <a:bodyPr wrap="square"/>
          <a:lstStyle/>
          <a:p>
            <a:pPr algn="l">
              <a:lnSpc>
                <a:spcPct val="132000"/>
              </a:lnSpc>
              <a:spcAft>
                <a:spcPts val="1400"/>
              </a:spcAft>
              <a:buNone/>
            </a:pPr>
            <a:r>
              <a:rPr sz="2600" b="1" i="0">
                <a:solidFill>
                  <a:srgbClr val="12395E"/>
                </a:solidFill>
                <a:latin typeface="Microsoft YaHei"/>
                <a:ea typeface="Microsoft YaHei"/>
                <a:cs typeface="Microsoft YaHei"/>
              </a:rPr>
              <a:t>?  What can you see in the picture?</a:t>
            </a:r>
          </a:p>
          <a:p>
            <a:pPr algn="l">
              <a:lnSpc>
                <a:spcPct val="132000"/>
              </a:lnSpc>
              <a:spcAft>
                <a:spcPts val="1400"/>
              </a:spcAft>
              <a:buNone/>
            </a:pPr>
            <a:r>
              <a:rPr sz="2600" b="1" i="0">
                <a:solidFill>
                  <a:srgbClr val="12395E"/>
                </a:solidFill>
                <a:latin typeface="Microsoft YaHei"/>
                <a:ea typeface="Microsoft YaHei"/>
                <a:cs typeface="Microsoft YaHei"/>
              </a:rPr>
              <a:t>?  What do you know about elephants?</a:t>
            </a:r>
          </a:p>
          <a:p>
            <a:pPr algn="l">
              <a:lnSpc>
                <a:spcPct val="132000"/>
              </a:lnSpc>
              <a:spcAft>
                <a:spcPts val="1400"/>
              </a:spcAft>
              <a:buNone/>
            </a:pPr>
            <a:r>
              <a:rPr sz="2600" b="1" i="0">
                <a:solidFill>
                  <a:srgbClr val="12395E"/>
                </a:solidFill>
                <a:latin typeface="Microsoft YaHei"/>
                <a:ea typeface="Microsoft YaHei"/>
                <a:cs typeface="Microsoft YaHei"/>
              </a:rPr>
              <a:t>?  Why are elephants special?</a:t>
            </a:r>
          </a:p>
          <a:p>
            <a:pPr algn="l">
              <a:lnSpc>
                <a:spcPct val="132000"/>
              </a:lnSpc>
              <a:spcBef>
                <a:spcPts val="1200"/>
              </a:spcBef>
              <a:spcAft>
                <a:spcPts val="600"/>
              </a:spcAft>
              <a:buNone/>
            </a:pPr>
            <a:r>
              <a:rPr sz="2100" b="0" i="0">
                <a:solidFill>
                  <a:srgbClr val="5A6470"/>
                </a:solidFill>
                <a:latin typeface="Microsoft YaHei"/>
                <a:ea typeface="Microsoft YaHei"/>
                <a:cs typeface="Microsoft YaHei"/>
              </a:rPr>
              <a:t>用 They are … 和 They have … 句型描述你对大象的了解。</a:t>
            </a:r>
          </a:p>
        </p:txBody>
      </p:sp>
      <p:sp>
        <p:nvSpPr>
          <p:cNvPr id="4" name="Picture Placeholder 3"/>
          <p:cNvSpPr>
            <a:spLocks noGrp="1"/>
          </p:cNvSpPr>
          <p:nvPr>
            <p:ph type="pic" sz="quarter" idx="11"/>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Task 1  ·  核心词汇（语篇 Section B）</a:t>
            </a:r>
          </a:p>
        </p:txBody>
      </p:sp>
      <p:sp>
        <p:nvSpPr>
          <p:cNvPr id="3" name="Picture Placeholder 2"/>
          <p:cNvSpPr>
            <a:spLocks noGrp="1"/>
          </p:cNvSpPr>
          <p:nvPr>
            <p:ph type="pic" idx="10"/>
          </p:nvPr>
        </p:nvSpPr>
        <p:spPr/>
      </p:sp>
      <p:sp>
        <p:nvSpPr>
          <p:cNvPr id="4" name="Picture Placeholder 3"/>
          <p:cNvSpPr>
            <a:spLocks noGrp="1"/>
          </p:cNvSpPr>
          <p:nvPr>
            <p:ph type="pic" sz="quarter" idx="11"/>
          </p:nvPr>
        </p:nvSpPr>
        <p:spPr/>
      </p:sp>
      <p:sp>
        <p:nvSpPr>
          <p:cNvPr id="5" name="Picture Placeholder 4"/>
          <p:cNvSpPr>
            <a:spLocks noGrp="1"/>
          </p:cNvSpPr>
          <p:nvPr>
            <p:ph type="pic" sz="quarter" idx="12"/>
          </p:nvPr>
        </p:nvSpPr>
        <p:spPr/>
      </p:sp>
      <p:sp>
        <p:nvSpPr>
          <p:cNvPr id="6" name="Picture Placeholder 5"/>
          <p:cNvSpPr>
            <a:spLocks noGrp="1"/>
          </p:cNvSpPr>
          <p:nvPr>
            <p:ph type="pic" sz="quarter" idx="13"/>
          </p:nvPr>
        </p:nvSpPr>
        <p:spPr/>
      </p:sp>
      <p:sp>
        <p:nvSpPr>
          <p:cNvPr id="7" name="Picture Placeholder 6"/>
          <p:cNvSpPr>
            <a:spLocks noGrp="1"/>
          </p:cNvSpPr>
          <p:nvPr>
            <p:ph type="pic" sz="quarter" idx="14"/>
          </p:nvPr>
        </p:nvSpPr>
        <p:spPr/>
      </p:sp>
      <p:sp>
        <p:nvSpPr>
          <p:cNvPr id="8" name="Picture Placeholder 7"/>
          <p:cNvSpPr>
            <a:spLocks noGrp="1"/>
          </p:cNvSpPr>
          <p:nvPr>
            <p:ph type="pic" sz="quarter" idx="15"/>
          </p:nvPr>
        </p:nvSpPr>
        <p:spPr/>
      </p:sp>
      <p:sp>
        <p:nvSpPr>
          <p:cNvPr id="9" name="TextBox 8"/>
          <p:cNvSpPr txBox="1"/>
          <p:nvPr/>
        </p:nvSpPr>
        <p:spPr>
          <a:xfrm>
            <a:off x="640080" y="3127248"/>
            <a:ext cx="3648456" cy="731520"/>
          </a:xfrm>
          <a:prstGeom prst="rect">
            <a:avLst/>
          </a:prstGeom>
          <a:noFill/>
        </p:spPr>
        <p:txBody>
          <a:bodyPr wrap="square">
            <a:spAutoFit/>
          </a:bodyPr>
          <a:lstStyle/>
          <a:p>
            <a:pPr algn="ctr">
              <a:lnSpc>
                <a:spcPct val="132000"/>
              </a:lnSpc>
              <a:spcAft>
                <a:spcPts val="200"/>
              </a:spcAft>
              <a:buNone/>
            </a:pPr>
            <a:r>
              <a:rPr sz="2300" b="1" i="0">
                <a:solidFill>
                  <a:srgbClr val="12395E"/>
                </a:solidFill>
                <a:latin typeface="Segoe UI"/>
                <a:ea typeface="Microsoft YaHei"/>
                <a:cs typeface="Microsoft YaHei"/>
              </a:rPr>
              <a:t>elephant</a:t>
            </a:r>
          </a:p>
          <a:p>
            <a:pPr algn="ctr">
              <a:lnSpc>
                <a:spcPct val="132000"/>
              </a:lnSpc>
              <a:spcAft>
                <a:spcPts val="0"/>
              </a:spcAft>
              <a:buNone/>
            </a:pPr>
            <a:r>
              <a:rPr sz="1800" b="0" i="0">
                <a:solidFill>
                  <a:srgbClr val="5A6470"/>
                </a:solidFill>
                <a:latin typeface="Microsoft YaHei"/>
                <a:ea typeface="Microsoft YaHei"/>
                <a:cs typeface="Microsoft YaHei"/>
              </a:rPr>
              <a:t>大象</a:t>
            </a:r>
          </a:p>
        </p:txBody>
      </p:sp>
      <p:sp>
        <p:nvSpPr>
          <p:cNvPr id="10" name="TextBox 9"/>
          <p:cNvSpPr txBox="1"/>
          <p:nvPr/>
        </p:nvSpPr>
        <p:spPr>
          <a:xfrm>
            <a:off x="4270248" y="3127248"/>
            <a:ext cx="3648456" cy="731520"/>
          </a:xfrm>
          <a:prstGeom prst="rect">
            <a:avLst/>
          </a:prstGeom>
          <a:noFill/>
        </p:spPr>
        <p:txBody>
          <a:bodyPr wrap="square">
            <a:spAutoFit/>
          </a:bodyPr>
          <a:lstStyle/>
          <a:p>
            <a:pPr algn="ctr">
              <a:lnSpc>
                <a:spcPct val="132000"/>
              </a:lnSpc>
              <a:spcAft>
                <a:spcPts val="200"/>
              </a:spcAft>
              <a:buNone/>
            </a:pPr>
            <a:r>
              <a:rPr sz="2300" b="1" i="0">
                <a:solidFill>
                  <a:srgbClr val="12395E"/>
                </a:solidFill>
                <a:latin typeface="Segoe UI"/>
                <a:ea typeface="Microsoft YaHei"/>
                <a:cs typeface="Microsoft YaHei"/>
              </a:rPr>
              <a:t>trunk</a:t>
            </a:r>
          </a:p>
          <a:p>
            <a:pPr algn="ctr">
              <a:lnSpc>
                <a:spcPct val="132000"/>
              </a:lnSpc>
              <a:spcAft>
                <a:spcPts val="0"/>
              </a:spcAft>
              <a:buNone/>
            </a:pPr>
            <a:r>
              <a:rPr sz="1800" b="0" i="0">
                <a:solidFill>
                  <a:srgbClr val="5A6470"/>
                </a:solidFill>
                <a:latin typeface="Microsoft YaHei"/>
                <a:ea typeface="Microsoft YaHei"/>
                <a:cs typeface="Microsoft YaHei"/>
              </a:rPr>
              <a:t>象鼻</a:t>
            </a:r>
          </a:p>
        </p:txBody>
      </p:sp>
      <p:sp>
        <p:nvSpPr>
          <p:cNvPr id="11" name="TextBox 10"/>
          <p:cNvSpPr txBox="1"/>
          <p:nvPr/>
        </p:nvSpPr>
        <p:spPr>
          <a:xfrm>
            <a:off x="7900416" y="3127248"/>
            <a:ext cx="3648456" cy="731520"/>
          </a:xfrm>
          <a:prstGeom prst="rect">
            <a:avLst/>
          </a:prstGeom>
          <a:noFill/>
        </p:spPr>
        <p:txBody>
          <a:bodyPr wrap="square">
            <a:spAutoFit/>
          </a:bodyPr>
          <a:lstStyle/>
          <a:p>
            <a:pPr algn="ctr">
              <a:lnSpc>
                <a:spcPct val="132000"/>
              </a:lnSpc>
              <a:spcAft>
                <a:spcPts val="200"/>
              </a:spcAft>
              <a:buNone/>
            </a:pPr>
            <a:r>
              <a:rPr sz="2300" b="1" i="0">
                <a:solidFill>
                  <a:srgbClr val="12395E"/>
                </a:solidFill>
                <a:latin typeface="Segoe UI"/>
                <a:ea typeface="Microsoft YaHei"/>
                <a:cs typeface="Microsoft YaHei"/>
              </a:rPr>
              <a:t>tusk</a:t>
            </a:r>
          </a:p>
          <a:p>
            <a:pPr algn="ctr">
              <a:lnSpc>
                <a:spcPct val="132000"/>
              </a:lnSpc>
              <a:spcAft>
                <a:spcPts val="0"/>
              </a:spcAft>
              <a:buNone/>
            </a:pPr>
            <a:r>
              <a:rPr sz="1800" b="0" i="0">
                <a:solidFill>
                  <a:srgbClr val="5A6470"/>
                </a:solidFill>
                <a:latin typeface="Microsoft YaHei"/>
                <a:ea typeface="Microsoft YaHei"/>
                <a:cs typeface="Microsoft YaHei"/>
              </a:rPr>
              <a:t>象牙</a:t>
            </a:r>
          </a:p>
        </p:txBody>
      </p:sp>
      <p:sp>
        <p:nvSpPr>
          <p:cNvPr id="12" name="TextBox 11"/>
          <p:cNvSpPr txBox="1"/>
          <p:nvPr/>
        </p:nvSpPr>
        <p:spPr>
          <a:xfrm>
            <a:off x="640080" y="5486400"/>
            <a:ext cx="3648456" cy="731520"/>
          </a:xfrm>
          <a:prstGeom prst="rect">
            <a:avLst/>
          </a:prstGeom>
          <a:noFill/>
        </p:spPr>
        <p:txBody>
          <a:bodyPr wrap="square">
            <a:spAutoFit/>
          </a:bodyPr>
          <a:lstStyle/>
          <a:p>
            <a:pPr algn="ctr">
              <a:lnSpc>
                <a:spcPct val="132000"/>
              </a:lnSpc>
              <a:spcAft>
                <a:spcPts val="200"/>
              </a:spcAft>
              <a:buNone/>
            </a:pPr>
            <a:r>
              <a:rPr sz="2300" b="1" i="0">
                <a:solidFill>
                  <a:srgbClr val="12395E"/>
                </a:solidFill>
                <a:latin typeface="Segoe UI"/>
                <a:ea typeface="Microsoft YaHei"/>
                <a:cs typeface="Microsoft YaHei"/>
              </a:rPr>
              <a:t>Thailand</a:t>
            </a:r>
          </a:p>
          <a:p>
            <a:pPr algn="ctr">
              <a:lnSpc>
                <a:spcPct val="132000"/>
              </a:lnSpc>
              <a:spcAft>
                <a:spcPts val="0"/>
              </a:spcAft>
              <a:buNone/>
            </a:pPr>
            <a:r>
              <a:rPr sz="1800" b="0" i="0">
                <a:solidFill>
                  <a:srgbClr val="5A6470"/>
                </a:solidFill>
                <a:latin typeface="Microsoft YaHei"/>
                <a:ea typeface="Microsoft YaHei"/>
                <a:cs typeface="Microsoft YaHei"/>
              </a:rPr>
              <a:t>泰国</a:t>
            </a:r>
          </a:p>
        </p:txBody>
      </p:sp>
      <p:sp>
        <p:nvSpPr>
          <p:cNvPr id="13" name="TextBox 12"/>
          <p:cNvSpPr txBox="1"/>
          <p:nvPr/>
        </p:nvSpPr>
        <p:spPr>
          <a:xfrm>
            <a:off x="4270248" y="5486400"/>
            <a:ext cx="3648456" cy="731520"/>
          </a:xfrm>
          <a:prstGeom prst="rect">
            <a:avLst/>
          </a:prstGeom>
          <a:noFill/>
        </p:spPr>
        <p:txBody>
          <a:bodyPr wrap="square">
            <a:spAutoFit/>
          </a:bodyPr>
          <a:lstStyle/>
          <a:p>
            <a:pPr algn="ctr">
              <a:lnSpc>
                <a:spcPct val="132000"/>
              </a:lnSpc>
              <a:spcAft>
                <a:spcPts val="200"/>
              </a:spcAft>
              <a:buNone/>
            </a:pPr>
            <a:r>
              <a:rPr sz="2300" b="1" i="0">
                <a:solidFill>
                  <a:srgbClr val="12395E"/>
                </a:solidFill>
                <a:latin typeface="Segoe UI"/>
                <a:ea typeface="Microsoft YaHei"/>
                <a:cs typeface="Microsoft YaHei"/>
              </a:rPr>
              <a:t>strong</a:t>
            </a:r>
          </a:p>
          <a:p>
            <a:pPr algn="ctr">
              <a:lnSpc>
                <a:spcPct val="132000"/>
              </a:lnSpc>
              <a:spcAft>
                <a:spcPts val="0"/>
              </a:spcAft>
              <a:buNone/>
            </a:pPr>
            <a:r>
              <a:rPr sz="1800" b="0" i="0">
                <a:solidFill>
                  <a:srgbClr val="5A6470"/>
                </a:solidFill>
                <a:latin typeface="Microsoft YaHei"/>
                <a:ea typeface="Microsoft YaHei"/>
                <a:cs typeface="Microsoft YaHei"/>
              </a:rPr>
              <a:t>强壮的</a:t>
            </a:r>
          </a:p>
        </p:txBody>
      </p:sp>
      <p:sp>
        <p:nvSpPr>
          <p:cNvPr id="14" name="TextBox 13"/>
          <p:cNvSpPr txBox="1"/>
          <p:nvPr/>
        </p:nvSpPr>
        <p:spPr>
          <a:xfrm>
            <a:off x="7900416" y="5486400"/>
            <a:ext cx="3648456" cy="731520"/>
          </a:xfrm>
          <a:prstGeom prst="rect">
            <a:avLst/>
          </a:prstGeom>
          <a:noFill/>
        </p:spPr>
        <p:txBody>
          <a:bodyPr wrap="square">
            <a:spAutoFit/>
          </a:bodyPr>
          <a:lstStyle/>
          <a:p>
            <a:pPr algn="ctr">
              <a:lnSpc>
                <a:spcPct val="132000"/>
              </a:lnSpc>
              <a:spcAft>
                <a:spcPts val="200"/>
              </a:spcAft>
              <a:buNone/>
            </a:pPr>
            <a:r>
              <a:rPr sz="2300" b="1" i="0">
                <a:solidFill>
                  <a:srgbClr val="12395E"/>
                </a:solidFill>
                <a:latin typeface="Segoe UI"/>
                <a:ea typeface="Microsoft YaHei"/>
                <a:cs typeface="Microsoft YaHei"/>
              </a:rPr>
              <a:t>clever</a:t>
            </a:r>
          </a:p>
          <a:p>
            <a:pPr algn="ctr">
              <a:lnSpc>
                <a:spcPct val="132000"/>
              </a:lnSpc>
              <a:spcAft>
                <a:spcPts val="0"/>
              </a:spcAft>
              <a:buNone/>
            </a:pPr>
            <a:r>
              <a:rPr sz="1800" b="0" i="0">
                <a:solidFill>
                  <a:srgbClr val="5A6470"/>
                </a:solidFill>
                <a:latin typeface="Microsoft YaHei"/>
                <a:ea typeface="Microsoft YaHei"/>
                <a:cs typeface="Microsoft YaHei"/>
              </a:rPr>
              <a:t>聪明的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9"/>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0"/>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1"/>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12"/>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grpId="0" nodeType="afterEffect">
                                  <p:stCondLst>
                                    <p:cond delay="0"/>
                                  </p:stCondLst>
                                  <p:childTnLst>
                                    <p:set>
                                      <p:cBhvr>
                                        <p:cTn id="21" dur="1" fill="hold">
                                          <p:stCondLst>
                                            <p:cond delay="499"/>
                                          </p:stCondLst>
                                        </p:cTn>
                                        <p:tgtEl>
                                          <p:spTgt spid="13"/>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9" grpId="0" autoUpdateAnimBg="0"/>
      <p:bldP spid="10" grpId="0" autoUpdateAnimBg="0"/>
      <p:bldP spid="11" grpId="0" autoUpdateAnimBg="0"/>
      <p:bldP spid="12" grpId="0" autoUpdateAnimBg="0"/>
      <p:bldP spid="13" grpId="0" autoUpdateAnimBg="0"/>
      <p:bldP spid="14"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Brain storm  ·  描述大象</a:t>
            </a:r>
          </a:p>
        </p:txBody>
      </p:sp>
      <p:sp>
        <p:nvSpPr>
          <p:cNvPr id="3" name="Text Placeholder 2"/>
          <p:cNvSpPr>
            <a:spLocks noGrp="1"/>
          </p:cNvSpPr>
          <p:nvPr>
            <p:ph type="body" idx="10"/>
          </p:nvPr>
        </p:nvSpPr>
        <p:spPr/>
        <p:txBody>
          <a:bodyPr wrap="square"/>
          <a:lstStyle/>
          <a:p>
            <a:pPr algn="l">
              <a:lnSpc>
                <a:spcPct val="132000"/>
              </a:lnSpc>
              <a:spcAft>
                <a:spcPts val="200"/>
              </a:spcAft>
              <a:buNone/>
            </a:pPr>
            <a:r>
              <a:rPr sz="2600" b="1" i="0">
                <a:solidFill>
                  <a:srgbClr val="12395E"/>
                </a:solidFill>
                <a:latin typeface="Segoe UI"/>
                <a:ea typeface="Microsoft YaHei"/>
                <a:cs typeface="Microsoft YaHei"/>
              </a:rPr>
              <a:t>playful</a:t>
            </a:r>
          </a:p>
          <a:p>
            <a:pPr algn="l">
              <a:lnSpc>
                <a:spcPct val="132000"/>
              </a:lnSpc>
              <a:spcAft>
                <a:spcPts val="1600"/>
              </a:spcAft>
              <a:buNone/>
            </a:pPr>
            <a:r>
              <a:rPr sz="1900" b="0" i="0">
                <a:solidFill>
                  <a:srgbClr val="5A6470"/>
                </a:solidFill>
                <a:latin typeface="Microsoft YaHei"/>
                <a:ea typeface="Microsoft YaHei"/>
                <a:cs typeface="Microsoft YaHei"/>
              </a:rPr>
              <a:t>爱玩的</a:t>
            </a:r>
          </a:p>
          <a:p>
            <a:pPr algn="l">
              <a:lnSpc>
                <a:spcPct val="132000"/>
              </a:lnSpc>
              <a:spcAft>
                <a:spcPts val="200"/>
              </a:spcAft>
              <a:buNone/>
            </a:pPr>
            <a:r>
              <a:rPr sz="2600" b="1" i="0">
                <a:solidFill>
                  <a:srgbClr val="12395E"/>
                </a:solidFill>
                <a:latin typeface="Segoe UI"/>
                <a:ea typeface="Microsoft YaHei"/>
                <a:cs typeface="Microsoft YaHei"/>
              </a:rPr>
              <a:t>swim</a:t>
            </a:r>
          </a:p>
          <a:p>
            <a:pPr algn="l">
              <a:lnSpc>
                <a:spcPct val="132000"/>
              </a:lnSpc>
              <a:spcAft>
                <a:spcPts val="1600"/>
              </a:spcAft>
              <a:buNone/>
            </a:pPr>
            <a:r>
              <a:rPr sz="1900" b="0" i="0">
                <a:solidFill>
                  <a:srgbClr val="5A6470"/>
                </a:solidFill>
                <a:latin typeface="Microsoft YaHei"/>
                <a:ea typeface="Microsoft YaHei"/>
                <a:cs typeface="Microsoft YaHei"/>
              </a:rPr>
              <a:t>游泳</a:t>
            </a:r>
          </a:p>
          <a:p>
            <a:pPr algn="l">
              <a:lnSpc>
                <a:spcPct val="132000"/>
              </a:lnSpc>
              <a:spcAft>
                <a:spcPts val="200"/>
              </a:spcAft>
              <a:buNone/>
            </a:pPr>
            <a:r>
              <a:rPr sz="2600" b="1" i="0">
                <a:solidFill>
                  <a:srgbClr val="12395E"/>
                </a:solidFill>
                <a:latin typeface="Segoe UI"/>
                <a:ea typeface="Microsoft YaHei"/>
                <a:cs typeface="Microsoft YaHei"/>
              </a:rPr>
              <a:t>remember</a:t>
            </a:r>
          </a:p>
          <a:p>
            <a:pPr algn="l">
              <a:lnSpc>
                <a:spcPct val="132000"/>
              </a:lnSpc>
              <a:spcAft>
                <a:spcPts val="1600"/>
              </a:spcAft>
              <a:buNone/>
            </a:pPr>
            <a:r>
              <a:rPr sz="1900" b="0" i="0">
                <a:solidFill>
                  <a:srgbClr val="5A6470"/>
                </a:solidFill>
                <a:latin typeface="Microsoft YaHei"/>
                <a:ea typeface="Microsoft YaHei"/>
                <a:cs typeface="Microsoft YaHei"/>
              </a:rPr>
              <a:t>记住</a:t>
            </a:r>
          </a:p>
          <a:p>
            <a:pPr algn="l">
              <a:lnSpc>
                <a:spcPct val="132000"/>
              </a:lnSpc>
              <a:spcAft>
                <a:spcPts val="200"/>
              </a:spcAft>
              <a:buNone/>
            </a:pPr>
            <a:r>
              <a:rPr sz="2600" b="1" i="0">
                <a:solidFill>
                  <a:srgbClr val="12395E"/>
                </a:solidFill>
                <a:latin typeface="Segoe UI"/>
                <a:ea typeface="Microsoft YaHei"/>
                <a:cs typeface="Microsoft YaHei"/>
              </a:rPr>
              <a:t>kind</a:t>
            </a:r>
          </a:p>
          <a:p>
            <a:pPr algn="l">
              <a:lnSpc>
                <a:spcPct val="132000"/>
              </a:lnSpc>
              <a:spcAft>
                <a:spcPts val="1600"/>
              </a:spcAft>
              <a:buNone/>
            </a:pPr>
            <a:r>
              <a:rPr sz="1900" b="0" i="0">
                <a:solidFill>
                  <a:srgbClr val="5A6470"/>
                </a:solidFill>
                <a:latin typeface="Microsoft YaHei"/>
                <a:ea typeface="Microsoft YaHei"/>
                <a:cs typeface="Microsoft YaHei"/>
              </a:rPr>
              <a:t>善良的</a:t>
            </a:r>
          </a:p>
        </p:txBody>
      </p:sp>
      <p:sp>
        <p:nvSpPr>
          <p:cNvPr id="4" name="Text Placeholder 3"/>
          <p:cNvSpPr>
            <a:spLocks noGrp="1"/>
          </p:cNvSpPr>
          <p:nvPr>
            <p:ph type="body" sz="quarter" idx="11"/>
          </p:nvPr>
        </p:nvSpPr>
        <p:spPr/>
        <p:txBody>
          <a:bodyPr wrap="square"/>
          <a:lstStyle/>
          <a:p>
            <a:pPr algn="l">
              <a:lnSpc>
                <a:spcPct val="132000"/>
              </a:lnSpc>
              <a:spcAft>
                <a:spcPts val="200"/>
              </a:spcAft>
              <a:buNone/>
            </a:pPr>
            <a:r>
              <a:rPr sz="2600" b="1" i="0">
                <a:solidFill>
                  <a:srgbClr val="12395E"/>
                </a:solidFill>
                <a:latin typeface="Segoe UI"/>
                <a:ea typeface="Microsoft YaHei"/>
                <a:cs typeface="Microsoft YaHei"/>
              </a:rPr>
              <a:t>endangered</a:t>
            </a:r>
          </a:p>
          <a:p>
            <a:pPr algn="l">
              <a:lnSpc>
                <a:spcPct val="132000"/>
              </a:lnSpc>
              <a:spcAft>
                <a:spcPts val="1600"/>
              </a:spcAft>
              <a:buNone/>
            </a:pPr>
            <a:r>
              <a:rPr sz="1900" b="0" i="0">
                <a:solidFill>
                  <a:srgbClr val="5A6470"/>
                </a:solidFill>
                <a:latin typeface="Microsoft YaHei"/>
                <a:ea typeface="Microsoft YaHei"/>
                <a:cs typeface="Microsoft YaHei"/>
              </a:rPr>
              <a:t>濒危的</a:t>
            </a:r>
          </a:p>
          <a:p>
            <a:pPr algn="l">
              <a:lnSpc>
                <a:spcPct val="132000"/>
              </a:lnSpc>
              <a:spcAft>
                <a:spcPts val="200"/>
              </a:spcAft>
              <a:buNone/>
            </a:pPr>
            <a:r>
              <a:rPr sz="2600" b="1" i="0">
                <a:solidFill>
                  <a:srgbClr val="12395E"/>
                </a:solidFill>
                <a:latin typeface="Segoe UI"/>
                <a:ea typeface="Microsoft YaHei"/>
                <a:cs typeface="Microsoft YaHei"/>
              </a:rPr>
              <a:t>protect</a:t>
            </a:r>
          </a:p>
          <a:p>
            <a:pPr algn="l">
              <a:lnSpc>
                <a:spcPct val="132000"/>
              </a:lnSpc>
              <a:spcAft>
                <a:spcPts val="1600"/>
              </a:spcAft>
              <a:buNone/>
            </a:pPr>
            <a:r>
              <a:rPr sz="1900" b="0" i="0">
                <a:solidFill>
                  <a:srgbClr val="5A6470"/>
                </a:solidFill>
                <a:latin typeface="Microsoft YaHei"/>
                <a:ea typeface="Microsoft YaHei"/>
                <a:cs typeface="Microsoft YaHei"/>
              </a:rPr>
              <a:t>保护</a:t>
            </a:r>
          </a:p>
          <a:p>
            <a:pPr algn="l">
              <a:lnSpc>
                <a:spcPct val="132000"/>
              </a:lnSpc>
              <a:spcAft>
                <a:spcPts val="200"/>
              </a:spcAft>
              <a:buNone/>
            </a:pPr>
            <a:r>
              <a:rPr sz="2600" b="1" i="0">
                <a:solidFill>
                  <a:srgbClr val="12395E"/>
                </a:solidFill>
                <a:latin typeface="Segoe UI"/>
                <a:ea typeface="Microsoft YaHei"/>
                <a:cs typeface="Microsoft YaHei"/>
              </a:rPr>
              <a:t>save</a:t>
            </a:r>
          </a:p>
          <a:p>
            <a:pPr algn="l">
              <a:lnSpc>
                <a:spcPct val="132000"/>
              </a:lnSpc>
              <a:spcAft>
                <a:spcPts val="1600"/>
              </a:spcAft>
              <a:buNone/>
            </a:pPr>
            <a:r>
              <a:rPr sz="1900" b="0" i="0">
                <a:solidFill>
                  <a:srgbClr val="5A6470"/>
                </a:solidFill>
                <a:latin typeface="Microsoft YaHei"/>
                <a:ea typeface="Microsoft YaHei"/>
                <a:cs typeface="Microsoft YaHei"/>
              </a:rPr>
              <a:t>拯救</a:t>
            </a:r>
          </a:p>
          <a:p>
            <a:pPr algn="l">
              <a:lnSpc>
                <a:spcPct val="132000"/>
              </a:lnSpc>
              <a:spcAft>
                <a:spcPts val="200"/>
              </a:spcAft>
              <a:buNone/>
            </a:pPr>
            <a:r>
              <a:rPr sz="2600" b="1" i="0">
                <a:solidFill>
                  <a:srgbClr val="12395E"/>
                </a:solidFill>
                <a:latin typeface="Segoe UI"/>
                <a:ea typeface="Microsoft YaHei"/>
                <a:cs typeface="Microsoft YaHei"/>
              </a:rPr>
              <a:t>forest</a:t>
            </a:r>
          </a:p>
          <a:p>
            <a:pPr algn="l">
              <a:lnSpc>
                <a:spcPct val="132000"/>
              </a:lnSpc>
              <a:spcAft>
                <a:spcPts val="1600"/>
              </a:spcAft>
              <a:buNone/>
            </a:pPr>
            <a:r>
              <a:rPr sz="1900" b="0" i="0">
                <a:solidFill>
                  <a:srgbClr val="5A6470"/>
                </a:solidFill>
                <a:latin typeface="Microsoft YaHei"/>
                <a:ea typeface="Microsoft YaHei"/>
                <a:cs typeface="Microsoft YaHei"/>
              </a:rPr>
              <a:t>森林</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Let's read  ·  略读理解</a:t>
            </a:r>
          </a:p>
        </p:txBody>
      </p:sp>
      <p:sp>
        <p:nvSpPr>
          <p:cNvPr id="3" name="Text Placeholder 2"/>
          <p:cNvSpPr>
            <a:spLocks noGrp="1"/>
          </p:cNvSpPr>
          <p:nvPr>
            <p:ph type="body" idx="10"/>
          </p:nvPr>
        </p:nvSpPr>
        <p:spPr/>
        <p:txBody>
          <a:bodyPr wrap="square"/>
          <a:lstStyle/>
          <a:p>
            <a:pPr algn="l">
              <a:lnSpc>
                <a:spcPct val="132000"/>
              </a:lnSpc>
              <a:spcAft>
                <a:spcPts val="1400"/>
              </a:spcAft>
              <a:buNone/>
            </a:pPr>
            <a:r>
              <a:rPr sz="2600" b="0" i="0">
                <a:solidFill>
                  <a:srgbClr val="16181A"/>
                </a:solidFill>
                <a:latin typeface="Segoe UI"/>
                <a:ea typeface="Microsoft YaHei"/>
                <a:cs typeface="Microsoft YaHei"/>
              </a:rPr>
              <a:t>1.  What is the main idea of Malee's post?</a:t>
            </a:r>
          </a:p>
          <a:p>
            <a:pPr algn="l">
              <a:lnSpc>
                <a:spcPct val="132000"/>
              </a:lnSpc>
              <a:spcAft>
                <a:spcPts val="1400"/>
              </a:spcAft>
              <a:buNone/>
            </a:pPr>
            <a:r>
              <a:rPr sz="2600" b="0" i="0">
                <a:solidFill>
                  <a:srgbClr val="16181A"/>
                </a:solidFill>
                <a:latin typeface="Segoe UI"/>
                <a:ea typeface="Microsoft YaHei"/>
                <a:cs typeface="Microsoft YaHei"/>
              </a:rPr>
              <a:t>2.  Where is Malee from?</a:t>
            </a:r>
          </a:p>
          <a:p>
            <a:pPr algn="l">
              <a:lnSpc>
                <a:spcPct val="132000"/>
              </a:lnSpc>
              <a:spcAft>
                <a:spcPts val="1400"/>
              </a:spcAft>
              <a:buNone/>
            </a:pPr>
            <a:r>
              <a:rPr sz="2600" b="0" i="0">
                <a:solidFill>
                  <a:srgbClr val="16181A"/>
                </a:solidFill>
                <a:latin typeface="Segoe UI"/>
                <a:ea typeface="Microsoft YaHei"/>
                <a:cs typeface="Microsoft YaHei"/>
              </a:rPr>
              <a:t>3.  Why does Malee like elephants?</a:t>
            </a:r>
          </a:p>
        </p:txBody>
      </p:sp>
      <p:sp>
        <p:nvSpPr>
          <p:cNvPr id="4" name="REVEAL_ANSWER"/>
          <p:cNvSpPr>
            <a:spLocks noGrp="1"/>
          </p:cNvSpPr>
          <p:nvPr>
            <p:ph type="body" sz="quarter" idx="11"/>
          </p:nvPr>
        </p:nvSpPr>
        <p:spPr/>
        <p:txBody>
          <a:bodyPr wrap="square"/>
          <a:lstStyle/>
          <a:p>
            <a:pPr algn="l">
              <a:lnSpc>
                <a:spcPct val="132000"/>
              </a:lnSpc>
              <a:spcAft>
                <a:spcPts val="800"/>
              </a:spcAft>
              <a:buNone/>
            </a:pPr>
            <a:r>
              <a:rPr sz="2000" b="1" i="0">
                <a:solidFill>
                  <a:srgbClr val="0F6B34"/>
                </a:solidFill>
                <a:latin typeface="Microsoft YaHei"/>
                <a:ea typeface="Microsoft YaHei"/>
                <a:cs typeface="Microsoft YaHei"/>
              </a:rPr>
              <a:t>答案 / 解析</a:t>
            </a:r>
          </a:p>
          <a:p>
            <a:pPr algn="l">
              <a:lnSpc>
                <a:spcPct val="132000"/>
              </a:lnSpc>
              <a:spcAft>
                <a:spcPts val="600"/>
              </a:spcAft>
              <a:buNone/>
            </a:pPr>
            <a:r>
              <a:rPr sz="2000" b="1" i="0">
                <a:solidFill>
                  <a:srgbClr val="0F6B34"/>
                </a:solidFill>
                <a:latin typeface="Microsoft YaHei"/>
                <a:ea typeface="Microsoft YaHei"/>
                <a:cs typeface="Microsoft YaHei"/>
              </a:rPr>
              <a:t>1. Malee 介绍了她最喜爱的动物——大象，并说明它们为何特别、为何需要保护。</a:t>
            </a:r>
          </a:p>
          <a:p>
            <a:pPr algn="l">
              <a:lnSpc>
                <a:spcPct val="132000"/>
              </a:lnSpc>
              <a:spcAft>
                <a:spcPts val="600"/>
              </a:spcAft>
              <a:buNone/>
            </a:pPr>
            <a:r>
              <a:rPr sz="2000" b="1" i="0">
                <a:solidFill>
                  <a:srgbClr val="0F6B34"/>
                </a:solidFill>
                <a:latin typeface="Microsoft YaHei"/>
                <a:ea typeface="Microsoft YaHei"/>
                <a:cs typeface="Microsoft YaHei"/>
              </a:rPr>
              <a:t>2. She is from Thailand.（泰国）</a:t>
            </a:r>
          </a:p>
          <a:p>
            <a:pPr algn="l">
              <a:lnSpc>
                <a:spcPct val="132000"/>
              </a:lnSpc>
              <a:spcAft>
                <a:spcPts val="600"/>
              </a:spcAft>
              <a:buNone/>
            </a:pPr>
            <a:r>
              <a:rPr sz="2000" b="1" i="0">
                <a:solidFill>
                  <a:srgbClr val="0F6B34"/>
                </a:solidFill>
                <a:latin typeface="Microsoft YaHei"/>
                <a:ea typeface="Microsoft YaHei"/>
                <a:cs typeface="Microsoft YaHei"/>
              </a:rPr>
              <a:t>3. Because they are strong, clever, and kind.（强壮、聪明、善良）</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Culture Link  ·  大象与泰国</a:t>
            </a:r>
          </a:p>
        </p:txBody>
      </p:sp>
      <p:sp>
        <p:nvSpPr>
          <p:cNvPr id="3" name="Text Placeholder 2"/>
          <p:cNvSpPr>
            <a:spLocks noGrp="1"/>
          </p:cNvSpPr>
          <p:nvPr>
            <p:ph type="body" idx="10"/>
          </p:nvPr>
        </p:nvSpPr>
        <p:spPr/>
        <p:txBody>
          <a:bodyPr wrap="square"/>
          <a:lstStyle/>
          <a:p>
            <a:pPr algn="l">
              <a:lnSpc>
                <a:spcPct val="132000"/>
              </a:lnSpc>
              <a:spcAft>
                <a:spcPts val="1800"/>
              </a:spcAft>
              <a:buNone/>
            </a:pPr>
            <a:r>
              <a:rPr sz="2600" b="1" i="0">
                <a:solidFill>
                  <a:srgbClr val="12395E"/>
                </a:solidFill>
                <a:latin typeface="Microsoft YaHei"/>
                <a:ea typeface="Microsoft YaHei"/>
                <a:cs typeface="Microsoft YaHei"/>
              </a:rPr>
              <a:t>Why are elephants important to Thai people?</a:t>
            </a:r>
          </a:p>
          <a:p>
            <a:pPr algn="l">
              <a:lnSpc>
                <a:spcPct val="132000"/>
              </a:lnSpc>
              <a:spcAft>
                <a:spcPts val="600"/>
              </a:spcAft>
              <a:buNone/>
            </a:pPr>
            <a:r>
              <a:rPr sz="2300" b="0" i="0">
                <a:solidFill>
                  <a:srgbClr val="16181A"/>
                </a:solidFill>
                <a:latin typeface="Microsoft YaHei"/>
                <a:ea typeface="Microsoft YaHei"/>
                <a:cs typeface="Microsoft YaHei"/>
              </a:rPr>
              <a:t>Elephants are the national animal of Thailand. They are a symbol of strength, wisdom, and good luck. Thai people celebrate elephants in festivals, art, and daily life.</a:t>
            </a:r>
          </a:p>
        </p:txBody>
      </p:sp>
      <p:sp>
        <p:nvSpPr>
          <p:cNvPr id="4" name="Picture Placeholder 3"/>
          <p:cNvSpPr>
            <a:spLocks noGrp="1"/>
          </p:cNvSpPr>
          <p:nvPr>
            <p:ph type="pic" sz="quarter" idx="11"/>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E2601A"/>
                </a:solidFill>
                <a:latin typeface="Microsoft YaHei"/>
                <a:ea typeface="Microsoft YaHei"/>
                <a:cs typeface="Microsoft YaHei"/>
              </a:rPr>
              <a:t>Task 2  ·  Detailed Reading · 详读找证据</a:t>
            </a:r>
          </a:p>
        </p:txBody>
      </p:sp>
      <p:sp>
        <p:nvSpPr>
          <p:cNvPr id="3" name="Text Placeholder 2"/>
          <p:cNvSpPr>
            <a:spLocks noGrp="1"/>
          </p:cNvSpPr>
          <p:nvPr>
            <p:ph type="body" idx="10"/>
          </p:nvPr>
        </p:nvSpPr>
        <p:spPr/>
        <p:txBody>
          <a:bodyPr wrap="square"/>
          <a:lstStyle/>
          <a:p>
            <a:pPr algn="l">
              <a:lnSpc>
                <a:spcPct val="132000"/>
              </a:lnSpc>
              <a:spcAft>
                <a:spcPts val="1200"/>
              </a:spcAft>
              <a:buNone/>
            </a:pPr>
            <a:r>
              <a:rPr sz="2600" b="0" i="0">
                <a:solidFill>
                  <a:srgbClr val="16181A"/>
                </a:solidFill>
                <a:latin typeface="Segoe UI"/>
                <a:ea typeface="Microsoft YaHei"/>
                <a:cs typeface="Microsoft YaHei"/>
              </a:rPr>
              <a:t>Q1:  Why are elephants strong?</a:t>
            </a:r>
          </a:p>
          <a:p>
            <a:pPr algn="l">
              <a:lnSpc>
                <a:spcPct val="132000"/>
              </a:lnSpc>
              <a:spcAft>
                <a:spcPts val="1200"/>
              </a:spcAft>
              <a:buNone/>
            </a:pPr>
            <a:r>
              <a:rPr sz="2600" b="0" i="0">
                <a:solidFill>
                  <a:srgbClr val="16181A"/>
                </a:solidFill>
                <a:latin typeface="Segoe UI"/>
                <a:ea typeface="Microsoft YaHei"/>
                <a:cs typeface="Microsoft YaHei"/>
              </a:rPr>
              <a:t>Q2:  Why are elephants clever?</a:t>
            </a:r>
          </a:p>
          <a:p>
            <a:pPr algn="l">
              <a:lnSpc>
                <a:spcPct val="132000"/>
              </a:lnSpc>
              <a:spcAft>
                <a:spcPts val="1200"/>
              </a:spcAft>
              <a:buNone/>
            </a:pPr>
            <a:r>
              <a:rPr sz="2600" b="0" i="0">
                <a:solidFill>
                  <a:srgbClr val="16181A"/>
                </a:solidFill>
                <a:latin typeface="Segoe UI"/>
                <a:ea typeface="Microsoft YaHei"/>
                <a:cs typeface="Microsoft YaHei"/>
              </a:rPr>
              <a:t>Q3:  What do elephants love to do?</a:t>
            </a:r>
          </a:p>
          <a:p>
            <a:pPr algn="l">
              <a:lnSpc>
                <a:spcPct val="132000"/>
              </a:lnSpc>
              <a:spcAft>
                <a:spcPts val="1200"/>
              </a:spcAft>
              <a:buNone/>
            </a:pPr>
            <a:r>
              <a:rPr sz="2600" b="0" i="0">
                <a:solidFill>
                  <a:srgbClr val="16181A"/>
                </a:solidFill>
                <a:latin typeface="Segoe UI"/>
                <a:ea typeface="Microsoft YaHei"/>
                <a:cs typeface="Microsoft YaHei"/>
              </a:rPr>
              <a:t>Q4:  Why are elephants kind?</a:t>
            </a:r>
          </a:p>
        </p:txBody>
      </p:sp>
      <p:sp>
        <p:nvSpPr>
          <p:cNvPr id="4" name="REVEAL_ANSWER"/>
          <p:cNvSpPr>
            <a:spLocks noGrp="1"/>
          </p:cNvSpPr>
          <p:nvPr>
            <p:ph type="body" sz="quarter" idx="11"/>
          </p:nvPr>
        </p:nvSpPr>
        <p:spPr/>
        <p:txBody>
          <a:bodyPr wrap="square"/>
          <a:lstStyle/>
          <a:p>
            <a:pPr algn="l">
              <a:lnSpc>
                <a:spcPct val="132000"/>
              </a:lnSpc>
              <a:spcAft>
                <a:spcPts val="600"/>
              </a:spcAft>
              <a:buNone/>
            </a:pPr>
            <a:r>
              <a:rPr sz="2000" b="1" i="0">
                <a:solidFill>
                  <a:srgbClr val="0F6B34"/>
                </a:solidFill>
                <a:latin typeface="Microsoft YaHei"/>
                <a:ea typeface="Microsoft YaHei"/>
                <a:cs typeface="Microsoft YaHei"/>
              </a:rPr>
              <a:t>答案</a:t>
            </a:r>
          </a:p>
          <a:p>
            <a:pPr algn="l">
              <a:lnSpc>
                <a:spcPct val="132000"/>
              </a:lnSpc>
              <a:spcAft>
                <a:spcPts val="400"/>
              </a:spcAft>
              <a:buNone/>
            </a:pPr>
            <a:r>
              <a:rPr sz="2000" b="1" i="0">
                <a:solidFill>
                  <a:srgbClr val="0F6B34"/>
                </a:solidFill>
                <a:latin typeface="Microsoft YaHei"/>
                <a:ea typeface="Microsoft YaHei"/>
                <a:cs typeface="Microsoft YaHei"/>
              </a:rPr>
              <a:t>1. They are big and can carry heavy things.</a:t>
            </a:r>
          </a:p>
          <a:p>
            <a:pPr algn="l">
              <a:lnSpc>
                <a:spcPct val="132000"/>
              </a:lnSpc>
              <a:spcAft>
                <a:spcPts val="400"/>
              </a:spcAft>
              <a:buNone/>
            </a:pPr>
            <a:r>
              <a:rPr sz="2000" b="1" i="0">
                <a:solidFill>
                  <a:srgbClr val="0F6B34"/>
                </a:solidFill>
                <a:latin typeface="Microsoft YaHei"/>
                <a:ea typeface="Microsoft YaHei"/>
                <a:cs typeface="Microsoft YaHei"/>
              </a:rPr>
              <a:t>2. They can remember places to find food and water.</a:t>
            </a:r>
          </a:p>
          <a:p>
            <a:pPr algn="l">
              <a:lnSpc>
                <a:spcPct val="132000"/>
              </a:lnSpc>
              <a:spcAft>
                <a:spcPts val="400"/>
              </a:spcAft>
              <a:buNone/>
            </a:pPr>
            <a:r>
              <a:rPr sz="2000" b="1" i="0">
                <a:solidFill>
                  <a:srgbClr val="0F6B34"/>
                </a:solidFill>
                <a:latin typeface="Microsoft YaHei"/>
                <a:ea typeface="Microsoft YaHei"/>
                <a:cs typeface="Microsoft YaHei"/>
              </a:rPr>
              <a:t>3. They love to play and are good at swimming.</a:t>
            </a:r>
          </a:p>
          <a:p>
            <a:pPr algn="l">
              <a:lnSpc>
                <a:spcPct val="132000"/>
              </a:lnSpc>
              <a:spcAft>
                <a:spcPts val="400"/>
              </a:spcAft>
              <a:buNone/>
            </a:pPr>
            <a:r>
              <a:rPr sz="2000" b="1" i="0">
                <a:solidFill>
                  <a:srgbClr val="0F6B34"/>
                </a:solidFill>
                <a:latin typeface="Microsoft YaHei"/>
                <a:ea typeface="Microsoft YaHei"/>
                <a:cs typeface="Microsoft YaHei"/>
              </a:rPr>
              <a:t>4. They look after babies and help each other.</a:t>
            </a:r>
          </a:p>
          <a:p>
            <a:pPr algn="l">
              <a:lnSpc>
                <a:spcPct val="132000"/>
              </a:lnSpc>
              <a:spcBef>
                <a:spcPts val="600"/>
              </a:spcBef>
              <a:spcAft>
                <a:spcPts val="0"/>
              </a:spcAft>
              <a:buNone/>
            </a:pPr>
            <a:r>
              <a:rPr sz="1700" b="0" i="0">
                <a:solidFill>
                  <a:srgbClr val="5A6470"/>
                </a:solidFill>
                <a:latin typeface="Microsoft YaHei"/>
                <a:ea typeface="Microsoft YaHei"/>
                <a:cs typeface="Microsoft YaHei"/>
              </a:rPr>
              <a:t>Tips：带着问题回到原文，用笔划出关键句和支撑细节。</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功能表达  Useful Expressions</a:t>
            </a:r>
          </a:p>
        </p:txBody>
      </p:sp>
      <p:sp>
        <p:nvSpPr>
          <p:cNvPr id="3" name="Text Placeholder 2"/>
          <p:cNvSpPr>
            <a:spLocks noGrp="1"/>
          </p:cNvSpPr>
          <p:nvPr>
            <p:ph type="body" idx="10"/>
          </p:nvPr>
        </p:nvSpPr>
        <p:spPr/>
        <p:txBody>
          <a:bodyPr wrap="square"/>
          <a:lstStyle/>
          <a:p>
            <a:pPr algn="l">
              <a:lnSpc>
                <a:spcPct val="132000"/>
              </a:lnSpc>
              <a:spcAft>
                <a:spcPts val="1400"/>
              </a:spcAft>
              <a:buNone/>
            </a:pPr>
            <a:r>
              <a:rPr sz="2400" b="1" i="0">
                <a:solidFill>
                  <a:srgbClr val="E2601A"/>
                </a:solidFill>
                <a:latin typeface="Microsoft YaHei"/>
                <a:ea typeface="Microsoft YaHei"/>
                <a:cs typeface="Microsoft YaHei"/>
              </a:rPr>
              <a:t>问  Asking</a:t>
            </a:r>
          </a:p>
          <a:p>
            <a:pPr algn="l">
              <a:lnSpc>
                <a:spcPct val="132000"/>
              </a:lnSpc>
              <a:spcAft>
                <a:spcPts val="1400"/>
              </a:spcAft>
              <a:buNone/>
            </a:pPr>
            <a:r>
              <a:rPr sz="2400" b="0" i="0">
                <a:solidFill>
                  <a:srgbClr val="16181A"/>
                </a:solidFill>
                <a:latin typeface="Segoe UI"/>
                <a:ea typeface="Microsoft YaHei"/>
                <a:cs typeface="Microsoft YaHei"/>
              </a:rPr>
              <a:t>·  What do elephants look like?</a:t>
            </a:r>
          </a:p>
          <a:p>
            <a:pPr algn="l">
              <a:lnSpc>
                <a:spcPct val="132000"/>
              </a:lnSpc>
              <a:spcAft>
                <a:spcPts val="1400"/>
              </a:spcAft>
              <a:buNone/>
            </a:pPr>
            <a:r>
              <a:rPr sz="2400" b="0" i="0">
                <a:solidFill>
                  <a:srgbClr val="16181A"/>
                </a:solidFill>
                <a:latin typeface="Segoe UI"/>
                <a:ea typeface="Microsoft YaHei"/>
                <a:cs typeface="Microsoft YaHei"/>
              </a:rPr>
              <a:t>·  What can elephants do?</a:t>
            </a:r>
          </a:p>
          <a:p>
            <a:pPr algn="l">
              <a:lnSpc>
                <a:spcPct val="132000"/>
              </a:lnSpc>
              <a:spcAft>
                <a:spcPts val="1400"/>
              </a:spcAft>
              <a:buNone/>
            </a:pPr>
            <a:r>
              <a:rPr sz="2400" b="0" i="0">
                <a:solidFill>
                  <a:srgbClr val="16181A"/>
                </a:solidFill>
                <a:latin typeface="Segoe UI"/>
                <a:ea typeface="Microsoft YaHei"/>
                <a:cs typeface="Microsoft YaHei"/>
              </a:rPr>
              <a:t>·  Why are elephants special?</a:t>
            </a:r>
          </a:p>
        </p:txBody>
      </p:sp>
      <p:sp>
        <p:nvSpPr>
          <p:cNvPr id="4" name="Text Placeholder 3"/>
          <p:cNvSpPr>
            <a:spLocks noGrp="1"/>
          </p:cNvSpPr>
          <p:nvPr>
            <p:ph type="body" sz="quarter" idx="11"/>
          </p:nvPr>
        </p:nvSpPr>
        <p:spPr/>
        <p:txBody>
          <a:bodyPr wrap="square"/>
          <a:lstStyle/>
          <a:p>
            <a:pPr algn="l">
              <a:lnSpc>
                <a:spcPct val="132000"/>
              </a:lnSpc>
              <a:spcAft>
                <a:spcPts val="1400"/>
              </a:spcAft>
              <a:buNone/>
            </a:pPr>
            <a:r>
              <a:rPr sz="2400" b="1" i="0">
                <a:solidFill>
                  <a:srgbClr val="E2601A"/>
                </a:solidFill>
                <a:latin typeface="Microsoft YaHei"/>
                <a:ea typeface="Microsoft YaHei"/>
                <a:cs typeface="Microsoft YaHei"/>
              </a:rPr>
              <a:t>答  Answering</a:t>
            </a:r>
          </a:p>
          <a:p>
            <a:pPr algn="l">
              <a:lnSpc>
                <a:spcPct val="132000"/>
              </a:lnSpc>
              <a:spcAft>
                <a:spcPts val="1400"/>
              </a:spcAft>
              <a:buNone/>
            </a:pPr>
            <a:r>
              <a:rPr sz="2400" b="0" i="0">
                <a:solidFill>
                  <a:srgbClr val="16181A"/>
                </a:solidFill>
                <a:latin typeface="Segoe UI"/>
                <a:ea typeface="Microsoft YaHei"/>
                <a:cs typeface="Microsoft YaHei"/>
              </a:rPr>
              <a:t>·  They are big and strong.</a:t>
            </a:r>
          </a:p>
          <a:p>
            <a:pPr algn="l">
              <a:lnSpc>
                <a:spcPct val="132000"/>
              </a:lnSpc>
              <a:spcAft>
                <a:spcPts val="1400"/>
              </a:spcAft>
              <a:buNone/>
            </a:pPr>
            <a:r>
              <a:rPr sz="2400" b="0" i="0">
                <a:solidFill>
                  <a:srgbClr val="16181A"/>
                </a:solidFill>
                <a:latin typeface="Segoe UI"/>
                <a:ea typeface="Microsoft YaHei"/>
                <a:cs typeface="Microsoft YaHei"/>
              </a:rPr>
              <a:t>·  They can swim and remember places.</a:t>
            </a:r>
          </a:p>
          <a:p>
            <a:pPr algn="l">
              <a:lnSpc>
                <a:spcPct val="132000"/>
              </a:lnSpc>
              <a:spcAft>
                <a:spcPts val="1400"/>
              </a:spcAft>
              <a:buNone/>
            </a:pPr>
            <a:r>
              <a:rPr sz="2400" b="0" i="0">
                <a:solidFill>
                  <a:srgbClr val="16181A"/>
                </a:solidFill>
                <a:latin typeface="Segoe UI"/>
                <a:ea typeface="Microsoft YaHei"/>
                <a:cs typeface="Microsoft YaHei"/>
              </a:rPr>
              <a:t>·  They are clever, kind, and playful.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6B3FA0"/>
                </a:solidFill>
                <a:latin typeface="Microsoft YaHei"/>
                <a:ea typeface="Microsoft YaHei"/>
                <a:cs typeface="Microsoft YaHei"/>
              </a:rPr>
              <a:t>Task 3  ·  Save the Elephants · 小组讨论</a:t>
            </a:r>
          </a:p>
        </p:txBody>
      </p:sp>
      <p:sp>
        <p:nvSpPr>
          <p:cNvPr id="3" name="Text Placeholder 2"/>
          <p:cNvSpPr>
            <a:spLocks noGrp="1"/>
          </p:cNvSpPr>
          <p:nvPr>
            <p:ph type="body" idx="10"/>
          </p:nvPr>
        </p:nvSpPr>
        <p:spPr/>
        <p:txBody>
          <a:bodyPr wrap="square"/>
          <a:lstStyle/>
          <a:p>
            <a:pPr algn="l">
              <a:lnSpc>
                <a:spcPct val="132000"/>
              </a:lnSpc>
              <a:spcAft>
                <a:spcPts val="1600"/>
              </a:spcAft>
              <a:buNone/>
            </a:pPr>
            <a:r>
              <a:rPr sz="2000" b="1" i="0">
                <a:solidFill>
                  <a:srgbClr val="E2601A"/>
                </a:solidFill>
                <a:latin typeface="Microsoft YaHei"/>
                <a:ea typeface="Microsoft YaHei"/>
                <a:cs typeface="Microsoft YaHei"/>
              </a:rPr>
              <a:t>限时 4 mins</a:t>
            </a:r>
          </a:p>
          <a:p>
            <a:pPr algn="l">
              <a:lnSpc>
                <a:spcPct val="132000"/>
              </a:lnSpc>
              <a:spcAft>
                <a:spcPts val="1800"/>
              </a:spcAft>
              <a:buNone/>
            </a:pPr>
            <a:r>
              <a:rPr sz="2400" b="0" i="0">
                <a:solidFill>
                  <a:srgbClr val="16181A"/>
                </a:solidFill>
                <a:latin typeface="Microsoft YaHei"/>
                <a:ea typeface="Microsoft YaHei"/>
                <a:cs typeface="Microsoft YaHei"/>
              </a:rPr>
              <a:t>·  Why are elephants in danger?（People cut down forests and hunt them for ivory.）</a:t>
            </a:r>
          </a:p>
          <a:p>
            <a:pPr algn="l">
              <a:lnSpc>
                <a:spcPct val="132000"/>
              </a:lnSpc>
              <a:spcAft>
                <a:spcPts val="1800"/>
              </a:spcAft>
              <a:buNone/>
            </a:pPr>
            <a:r>
              <a:rPr sz="2400" b="0" i="0">
                <a:solidFill>
                  <a:srgbClr val="16181A"/>
                </a:solidFill>
                <a:latin typeface="Microsoft YaHei"/>
                <a:ea typeface="Microsoft YaHei"/>
                <a:cs typeface="Microsoft YaHei"/>
              </a:rPr>
              <a:t>·  What can we do to protect elephants?（Don't buy ivory. Protect forests. Support conservation.）</a:t>
            </a:r>
          </a:p>
          <a:p>
            <a:pPr algn="l">
              <a:lnSpc>
                <a:spcPct val="132000"/>
              </a:lnSpc>
              <a:spcAft>
                <a:spcPts val="1800"/>
              </a:spcAft>
              <a:buNone/>
            </a:pPr>
            <a:r>
              <a:rPr sz="2400" b="0" i="0">
                <a:solidFill>
                  <a:srgbClr val="16181A"/>
                </a:solidFill>
                <a:latin typeface="Microsoft YaHei"/>
                <a:ea typeface="Microsoft YaHei"/>
                <a:cs typeface="Microsoft YaHei"/>
              </a:rPr>
              <a:t>·  Make a poster: "Save the Elephants!" with 3 action tips.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濒危与保护  Save the Elephants</a:t>
            </a:r>
          </a:p>
        </p:txBody>
      </p:sp>
      <p:sp>
        <p:nvSpPr>
          <p:cNvPr id="3" name="Text Placeholder 2"/>
          <p:cNvSpPr>
            <a:spLocks noGrp="1"/>
          </p:cNvSpPr>
          <p:nvPr>
            <p:ph type="body" idx="10"/>
          </p:nvPr>
        </p:nvSpPr>
        <p:spPr/>
        <p:txBody>
          <a:bodyPr wrap="square"/>
          <a:lstStyle/>
          <a:p>
            <a:pPr algn="l">
              <a:lnSpc>
                <a:spcPct val="132000"/>
              </a:lnSpc>
              <a:spcAft>
                <a:spcPts val="1400"/>
              </a:spcAft>
              <a:buNone/>
            </a:pPr>
            <a:r>
              <a:rPr sz="2100" b="1" i="0">
                <a:solidFill>
                  <a:srgbClr val="E2601A"/>
                </a:solidFill>
                <a:latin typeface="Microsoft YaHei"/>
                <a:ea typeface="Microsoft YaHei"/>
                <a:cs typeface="Microsoft YaHei"/>
              </a:rPr>
              <a:t>Read Paragraph 5 and answer:</a:t>
            </a:r>
          </a:p>
          <a:p>
            <a:pPr algn="l">
              <a:lnSpc>
                <a:spcPct val="132000"/>
              </a:lnSpc>
              <a:spcAft>
                <a:spcPts val="1400"/>
              </a:spcAft>
              <a:buNone/>
            </a:pPr>
            <a:r>
              <a:rPr sz="2400" b="0" i="0">
                <a:solidFill>
                  <a:srgbClr val="16181A"/>
                </a:solidFill>
                <a:latin typeface="Microsoft YaHei"/>
                <a:ea typeface="Microsoft YaHei"/>
                <a:cs typeface="Microsoft YaHei"/>
              </a:rPr>
              <a:t>听读第五段，梳理大象濒危的原因与保护方法。</a:t>
            </a:r>
          </a:p>
          <a:p>
            <a:pPr algn="l">
              <a:lnSpc>
                <a:spcPct val="132000"/>
              </a:lnSpc>
              <a:spcAft>
                <a:spcPts val="1200"/>
              </a:spcAft>
              <a:buNone/>
            </a:pPr>
            <a:r>
              <a:rPr sz="2600" b="1" i="0">
                <a:solidFill>
                  <a:srgbClr val="12395E"/>
                </a:solidFill>
                <a:latin typeface="Segoe UI"/>
                <a:ea typeface="Microsoft YaHei"/>
                <a:cs typeface="Microsoft YaHei"/>
              </a:rPr>
              <a:t>Why are elephants in danger and what should we do?</a:t>
            </a:r>
          </a:p>
          <a:p>
            <a:pPr algn="l">
              <a:lnSpc>
                <a:spcPct val="132000"/>
              </a:lnSpc>
              <a:spcAft>
                <a:spcPts val="800"/>
              </a:spcAft>
              <a:buNone/>
            </a:pPr>
            <a:r>
              <a:rPr sz="2400" b="0" i="0">
                <a:solidFill>
                  <a:srgbClr val="16181A"/>
                </a:solidFill>
                <a:latin typeface="Segoe UI"/>
                <a:ea typeface="Microsoft YaHei"/>
                <a:cs typeface="Microsoft YaHei"/>
              </a:rPr>
              <a:t>    People cut down forests → elephants lose homes</a:t>
            </a:r>
          </a:p>
          <a:p>
            <a:pPr algn="l">
              <a:lnSpc>
                <a:spcPct val="132000"/>
              </a:lnSpc>
              <a:spcAft>
                <a:spcPts val="800"/>
              </a:spcAft>
              <a:buNone/>
            </a:pPr>
            <a:r>
              <a:rPr sz="2400" b="0" i="0">
                <a:solidFill>
                  <a:srgbClr val="16181A"/>
                </a:solidFill>
                <a:latin typeface="Segoe UI"/>
                <a:ea typeface="Microsoft YaHei"/>
                <a:cs typeface="Microsoft YaHei"/>
              </a:rPr>
              <a:t>    People hunt elephants for ivory → elephants are dying</a:t>
            </a:r>
          </a:p>
          <a:p>
            <a:pPr algn="l">
              <a:lnSpc>
                <a:spcPct val="132000"/>
              </a:lnSpc>
              <a:spcAft>
                <a:spcPts val="800"/>
              </a:spcAft>
              <a:buNone/>
            </a:pPr>
            <a:r>
              <a:rPr sz="2400" b="0" i="0">
                <a:solidFill>
                  <a:srgbClr val="16181A"/>
                </a:solidFill>
                <a:latin typeface="Segoe UI"/>
                <a:ea typeface="Microsoft YaHei"/>
                <a:cs typeface="Microsoft YaHei"/>
              </a:rPr>
              <a:t>    We should: protect forests, say NO to ivory, save elephants</a:t>
            </a:r>
          </a:p>
          <a:p>
            <a:pPr algn="l">
              <a:lnSpc>
                <a:spcPct val="132000"/>
              </a:lnSpc>
              <a:spcBef>
                <a:spcPts val="1000"/>
              </a:spcBef>
              <a:spcAft>
                <a:spcPts val="0"/>
              </a:spcAft>
              <a:buNone/>
            </a:pPr>
            <a:r>
              <a:rPr sz="1500" b="0" i="0">
                <a:solidFill>
                  <a:srgbClr val="5A6470"/>
                </a:solidFill>
                <a:latin typeface="Microsoft YaHei"/>
                <a:ea typeface="Microsoft YaHei"/>
                <a:cs typeface="Microsoft YaHei"/>
              </a:rPr>
              <a:t>Section B 1b-1d</a:t>
            </a:r>
          </a:p>
        </p:txBody>
      </p:sp>
      <p:sp>
        <p:nvSpPr>
          <p:cNvPr id="4" name="Media Placeholder 3"/>
          <p:cNvSpPr>
            <a:spLocks noGrp="1"/>
          </p:cNvSpPr>
          <p:nvPr>
            <p:ph type="media" sz="quarter" idx="11"/>
          </p:nvPr>
        </p:nvSpPr>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思维导图  Mind Map</a:t>
            </a:r>
          </a:p>
        </p:txBody>
      </p:sp>
      <p:sp>
        <p:nvSpPr>
          <p:cNvPr id="3" name="Text Placeholder 2"/>
          <p:cNvSpPr>
            <a:spLocks noGrp="1"/>
          </p:cNvSpPr>
          <p:nvPr>
            <p:ph type="body" idx="10"/>
          </p:nvPr>
        </p:nvSpPr>
        <p:spPr/>
        <p:txBody>
          <a:bodyPr wrap="square"/>
          <a:lstStyle/>
          <a:p>
            <a:pPr algn="l">
              <a:lnSpc>
                <a:spcPct val="132000"/>
              </a:lnSpc>
              <a:spcAft>
                <a:spcPts val="1000"/>
              </a:spcAft>
              <a:buNone/>
            </a:pPr>
            <a:r>
              <a:rPr sz="2000" b="1" i="0">
                <a:solidFill>
                  <a:srgbClr val="E2601A"/>
                </a:solidFill>
                <a:latin typeface="Microsoft YaHei"/>
                <a:ea typeface="Microsoft YaHei"/>
                <a:cs typeface="Microsoft YaHei"/>
              </a:rPr>
              <a:t>听力原文 Script</a:t>
            </a:r>
          </a:p>
          <a:p>
            <a:pPr algn="l">
              <a:lnSpc>
                <a:spcPct val="132000"/>
              </a:lnSpc>
              <a:spcAft>
                <a:spcPts val="600"/>
              </a:spcAft>
              <a:buNone/>
            </a:pPr>
            <a:r>
              <a:rPr sz="2400" b="0" i="0">
                <a:solidFill>
                  <a:srgbClr val="16181A"/>
                </a:solidFill>
                <a:latin typeface="Segoe UI"/>
                <a:ea typeface="Microsoft YaHei"/>
                <a:cs typeface="Microsoft YaHei"/>
              </a:rPr>
              <a:t>Elephants are in danger. People cut down forests, so elephants lose their homes. People also kill elephants for their ivory. We must save the forests and say no to ivory. Let's help elephants together!</a:t>
            </a:r>
          </a:p>
        </p:txBody>
      </p:sp>
      <p:sp>
        <p:nvSpPr>
          <p:cNvPr id="4" name="REVEAL_ANSWER"/>
          <p:cNvSpPr>
            <a:spLocks noGrp="1"/>
          </p:cNvSpPr>
          <p:nvPr>
            <p:ph type="body" sz="quarter" idx="11"/>
          </p:nvPr>
        </p:nvSpPr>
        <p:spPr/>
        <p:txBody>
          <a:bodyPr wrap="square"/>
          <a:lstStyle/>
          <a:p>
            <a:pPr algn="l">
              <a:lnSpc>
                <a:spcPct val="132000"/>
              </a:lnSpc>
              <a:spcAft>
                <a:spcPts val="800"/>
              </a:spcAft>
              <a:buNone/>
            </a:pPr>
            <a:r>
              <a:rPr sz="2000" b="1" i="0">
                <a:solidFill>
                  <a:srgbClr val="0F6B34"/>
                </a:solidFill>
                <a:latin typeface="Microsoft YaHei"/>
                <a:ea typeface="Microsoft YaHei"/>
                <a:cs typeface="Microsoft YaHei"/>
              </a:rPr>
              <a:t>答题技巧</a:t>
            </a:r>
          </a:p>
          <a:p>
            <a:pPr algn="l">
              <a:lnSpc>
                <a:spcPct val="132000"/>
              </a:lnSpc>
              <a:spcAft>
                <a:spcPts val="0"/>
              </a:spcAft>
              <a:buNone/>
            </a:pPr>
            <a:r>
              <a:rPr sz="2200" b="0" i="0">
                <a:solidFill>
                  <a:srgbClr val="0F6B34"/>
                </a:solidFill>
                <a:latin typeface="Microsoft YaHei"/>
                <a:ea typeface="Microsoft YaHei"/>
                <a:cs typeface="Microsoft YaHei"/>
              </a:rPr>
              <a:t>用因果关系词（so, because）串联濒危原因与保护措施，形成逻辑链。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P spid="4"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阅读策略秘籍  Reading Strategies</a:t>
            </a:r>
          </a:p>
        </p:txBody>
      </p:sp>
      <p:sp>
        <p:nvSpPr>
          <p:cNvPr id="3" name="Text Placeholder 2"/>
          <p:cNvSpPr>
            <a:spLocks noGrp="1"/>
          </p:cNvSpPr>
          <p:nvPr>
            <p:ph type="body" idx="10"/>
          </p:nvPr>
        </p:nvSpPr>
        <p:spPr/>
        <p:txBody>
          <a:bodyPr wrap="square"/>
          <a:lstStyle/>
          <a:p>
            <a:pPr algn="l">
              <a:lnSpc>
                <a:spcPct val="132000"/>
              </a:lnSpc>
              <a:spcAft>
                <a:spcPts val="1800"/>
              </a:spcAft>
              <a:buNone/>
            </a:pPr>
            <a:r>
              <a:rPr sz="2400" b="0" i="0">
                <a:solidFill>
                  <a:srgbClr val="16181A"/>
                </a:solidFill>
                <a:latin typeface="Microsoft YaHei"/>
                <a:ea typeface="Microsoft YaHei"/>
                <a:cs typeface="Microsoft YaHei"/>
              </a:rPr>
              <a:t>·  略读 Skimming：快速浏览标题和首尾句，判断主旨大意</a:t>
            </a:r>
          </a:p>
          <a:p>
            <a:pPr algn="l">
              <a:lnSpc>
                <a:spcPct val="132000"/>
              </a:lnSpc>
              <a:spcAft>
                <a:spcPts val="1800"/>
              </a:spcAft>
              <a:buNone/>
            </a:pPr>
            <a:r>
              <a:rPr sz="2400" b="0" i="0">
                <a:solidFill>
                  <a:srgbClr val="16181A"/>
                </a:solidFill>
                <a:latin typeface="Microsoft YaHei"/>
                <a:ea typeface="Microsoft YaHei"/>
                <a:cs typeface="Microsoft YaHei"/>
              </a:rPr>
              <a:t>·  寻读 Scanning：带着问题找关键信息，定位细节</a:t>
            </a:r>
          </a:p>
          <a:p>
            <a:pPr algn="l">
              <a:lnSpc>
                <a:spcPct val="132000"/>
              </a:lnSpc>
              <a:spcAft>
                <a:spcPts val="1800"/>
              </a:spcAft>
              <a:buNone/>
            </a:pPr>
            <a:r>
              <a:rPr sz="2400" b="0" i="0">
                <a:solidFill>
                  <a:srgbClr val="16181A"/>
                </a:solidFill>
                <a:latin typeface="Microsoft YaHei"/>
                <a:ea typeface="Microsoft YaHei"/>
                <a:cs typeface="Microsoft YaHei"/>
              </a:rPr>
              <a:t>·  思维导图：用图形化方式梳理结构化知识</a:t>
            </a:r>
          </a:p>
          <a:p>
            <a:pPr algn="l">
              <a:lnSpc>
                <a:spcPct val="132000"/>
              </a:lnSpc>
              <a:spcAft>
                <a:spcPts val="1800"/>
              </a:spcAft>
              <a:buNone/>
            </a:pPr>
            <a:r>
              <a:rPr sz="2400" b="0" i="0">
                <a:solidFill>
                  <a:srgbClr val="16181A"/>
                </a:solidFill>
                <a:latin typeface="Microsoft YaHei"/>
                <a:ea typeface="Microsoft YaHei"/>
                <a:cs typeface="Microsoft YaHei"/>
              </a:rPr>
              <a:t>·  情感体悟：理解作者情感，联系自身生活</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3800" b="1" i="0">
                <a:solidFill>
                  <a:srgbClr val="12395E"/>
                </a:solidFill>
                <a:latin typeface="Microsoft YaHei"/>
                <a:ea typeface="Microsoft YaHei"/>
                <a:cs typeface="Microsoft YaHei"/>
              </a:rPr>
              <a:t>课后作业  Homework</a:t>
            </a:r>
          </a:p>
        </p:txBody>
      </p:sp>
      <p:sp>
        <p:nvSpPr>
          <p:cNvPr id="3" name="Text Placeholder 2"/>
          <p:cNvSpPr>
            <a:spLocks noGrp="1"/>
          </p:cNvSpPr>
          <p:nvPr>
            <p:ph type="body" idx="10"/>
          </p:nvPr>
        </p:nvSpPr>
        <p:spPr/>
        <p:txBody>
          <a:bodyPr wrap="square"/>
          <a:lstStyle/>
          <a:p>
            <a:pPr algn="l">
              <a:lnSpc>
                <a:spcPct val="132000"/>
              </a:lnSpc>
              <a:spcAft>
                <a:spcPts val="2000"/>
              </a:spcAft>
              <a:buNone/>
            </a:pPr>
            <a:r>
              <a:rPr sz="2500" b="0" i="0">
                <a:solidFill>
                  <a:srgbClr val="16181A"/>
                </a:solidFill>
                <a:latin typeface="Microsoft YaHei"/>
                <a:ea typeface="Microsoft YaHei"/>
                <a:cs typeface="Microsoft YaHei"/>
              </a:rPr>
              <a:t>1.  向同学介绍你心目中重要的动物及其原因（3-4 句英文）</a:t>
            </a:r>
          </a:p>
          <a:p>
            <a:pPr algn="l">
              <a:lnSpc>
                <a:spcPct val="132000"/>
              </a:lnSpc>
              <a:spcAft>
                <a:spcPts val="2000"/>
              </a:spcAft>
              <a:buNone/>
            </a:pPr>
            <a:r>
              <a:rPr sz="2500" b="0" i="0">
                <a:solidFill>
                  <a:srgbClr val="16181A"/>
                </a:solidFill>
                <a:latin typeface="Microsoft YaHei"/>
                <a:ea typeface="Microsoft YaHei"/>
                <a:cs typeface="Microsoft YaHei"/>
              </a:rPr>
              <a:t>2.  用思维导图梳理该动物的特点（appearance / abilities / personality）</a:t>
            </a:r>
          </a:p>
          <a:p>
            <a:pPr algn="l">
              <a:lnSpc>
                <a:spcPct val="132000"/>
              </a:lnSpc>
              <a:spcAft>
                <a:spcPts val="2000"/>
              </a:spcAft>
              <a:buNone/>
            </a:pPr>
            <a:r>
              <a:rPr sz="2500" b="0" i="0">
                <a:solidFill>
                  <a:srgbClr val="16181A"/>
                </a:solidFill>
                <a:latin typeface="Microsoft YaHei"/>
                <a:ea typeface="Microsoft YaHei"/>
                <a:cs typeface="Microsoft YaHei"/>
              </a:rPr>
              <a:t>3.  准备下节课口头展示（限时 1 minute）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4600" b="1" i="0">
                <a:solidFill>
                  <a:srgbClr val="12395E"/>
                </a:solidFill>
                <a:latin typeface="Microsoft YaHei"/>
                <a:ea typeface="Microsoft YaHei"/>
                <a:cs typeface="Microsoft YaHei"/>
              </a:rPr>
              <a:t>Love animals, love our planet.</a:t>
            </a:r>
          </a:p>
        </p:txBody>
      </p:sp>
      <p:sp>
        <p:nvSpPr>
          <p:cNvPr id="3" name="Text Placeholder 2"/>
          <p:cNvSpPr>
            <a:spLocks noGrp="1"/>
          </p:cNvSpPr>
          <p:nvPr>
            <p:ph type="body" idx="10"/>
          </p:nvPr>
        </p:nvSpPr>
        <p:spPr/>
        <p:txBody>
          <a:bodyPr wrap="square"/>
          <a:lstStyle/>
          <a:p>
            <a:pPr algn="ctr">
              <a:lnSpc>
                <a:spcPct val="132000"/>
              </a:lnSpc>
              <a:spcAft>
                <a:spcPts val="800"/>
              </a:spcAft>
              <a:buNone/>
            </a:pPr>
            <a:r>
              <a:rPr sz="3000" b="1" i="0">
                <a:solidFill>
                  <a:srgbClr val="E2601A"/>
                </a:solidFill>
                <a:latin typeface="Microsoft YaHei"/>
                <a:ea typeface="Microsoft YaHei"/>
                <a:cs typeface="Microsoft YaHei"/>
              </a:rPr>
              <a:t>Be a friend to animals!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pPr>
              <a:buNone/>
            </a:pPr>
            <a:r>
              <a:rPr sz="4600" b="1" i="0">
                <a:solidFill>
                  <a:srgbClr val="12395E"/>
                </a:solidFill>
                <a:latin typeface="Microsoft YaHei"/>
                <a:ea typeface="Microsoft YaHei"/>
                <a:cs typeface="Microsoft YaHei"/>
              </a:rPr>
              <a:t>Thanks for listening!</a:t>
            </a:r>
          </a:p>
        </p:txBody>
      </p:sp>
      <p:sp>
        <p:nvSpPr>
          <p:cNvPr id="3" name="Text Placeholder 2"/>
          <p:cNvSpPr>
            <a:spLocks noGrp="1"/>
          </p:cNvSpPr>
          <p:nvPr>
            <p:ph type="body" idx="10"/>
          </p:nvPr>
        </p:nvSpPr>
        <p:spPr/>
        <p:txBody>
          <a:bodyPr wrap="square"/>
          <a:lstStyle/>
          <a:p>
            <a:pPr algn="ctr">
              <a:lnSpc>
                <a:spcPct val="132000"/>
              </a:lnSpc>
              <a:spcAft>
                <a:spcPts val="800"/>
              </a:spcAft>
              <a:buNone/>
            </a:pPr>
            <a:r>
              <a:rPr sz="2200" b="0" i="0">
                <a:solidFill>
                  <a:srgbClr val="5A6470"/>
                </a:solidFill>
                <a:latin typeface="Microsoft YaHei"/>
                <a:ea typeface="Microsoft YaHei"/>
                <a:cs typeface="Microsoft YaHei"/>
              </a:rPr>
              <a:t>Animal Friends  ·  动物朋友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P spid="3" grpId="0" autoUpdateAnimBg="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623</Words>
  <Application>Microsoft Office PowerPoint</Application>
  <PresentationFormat>宽屏</PresentationFormat>
  <Paragraphs>104</Paragraphs>
  <Slides>16</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16</vt:i4>
      </vt:variant>
    </vt:vector>
  </HeadingPairs>
  <TitlesOfParts>
    <vt:vector size="22" baseType="lpstr">
      <vt:lpstr>等线</vt:lpstr>
      <vt:lpstr>等线 Light</vt:lpstr>
      <vt:lpstr>Microsoft YaHei</vt:lpstr>
      <vt:lpstr>Arial</vt:lpstr>
      <vt:lpstr>Segoe UI</vt:lpstr>
      <vt:lpstr>Office 主题​​</vt:lpstr>
      <vt:lpstr>Animal Friends!</vt:lpstr>
      <vt:lpstr>学习目标  Objectives</vt:lpstr>
      <vt:lpstr>读图导入  Read the Picture</vt:lpstr>
      <vt:lpstr>Task 1  ·  核心词汇（语篇 Section B）</vt:lpstr>
      <vt:lpstr>Brain storm  ·  描述大象</vt:lpstr>
      <vt:lpstr>Let's read  ·  略读理解</vt:lpstr>
      <vt:lpstr>Culture Link  ·  大象与泰国</vt:lpstr>
      <vt:lpstr>Task 2  ·  Detailed Reading · 详读找证据</vt:lpstr>
      <vt:lpstr>功能表达  Useful Expressions</vt:lpstr>
      <vt:lpstr>Task 3  ·  Save the Elephants · 小组讨论</vt:lpstr>
      <vt:lpstr>濒危与保护  Save the Elephants</vt:lpstr>
      <vt:lpstr>思维导图  Mind Map</vt:lpstr>
      <vt:lpstr>阅读策略秘籍  Reading Strategies</vt:lpstr>
      <vt:lpstr>课后作业  Homework</vt:lpstr>
      <vt:lpstr>Love animals, love our planet.</vt:lpstr>
      <vt:lpstr>Thanks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Animal Friends!</dc:title>
  <dc:creator>user</dc:creator>
  <cp:lastModifiedBy>user</cp:lastModifiedBy>
  <cp:revision>2</cp:revision>
  <dcterms:created xsi:type="dcterms:W3CDTF">2026-08-09T13:30:02Z</dcterms:created>
  <dcterms:modified xsi:type="dcterms:W3CDTF">2026-08-09T13:44:59Z</dcterms:modified>
</cp:coreProperties>
</file>